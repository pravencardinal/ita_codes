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27" r:id="rId2"/>
    <p:sldId id="256" r:id="rId3"/>
    <p:sldId id="257" r:id="rId4"/>
    <p:sldId id="481" r:id="rId5"/>
    <p:sldId id="482" r:id="rId6"/>
    <p:sldId id="260" r:id="rId7"/>
    <p:sldId id="522" r:id="rId8"/>
    <p:sldId id="269" r:id="rId9"/>
    <p:sldId id="483" r:id="rId10"/>
    <p:sldId id="484" r:id="rId11"/>
    <p:sldId id="340" r:id="rId12"/>
    <p:sldId id="4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1F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Praven" userId="422382c3-12a8-48da-ae6d-e4f0047854c6" providerId="ADAL" clId="{F8526688-9366-405A-9FD5-8E7684D5D3C9}"/>
    <pc:docChg chg="undo custSel modSld sldOrd">
      <pc:chgData name="Kumar, Praven" userId="422382c3-12a8-48da-ae6d-e4f0047854c6" providerId="ADAL" clId="{F8526688-9366-405A-9FD5-8E7684D5D3C9}" dt="2026-03-16T14:38:58.348" v="866" actId="20577"/>
      <pc:docMkLst>
        <pc:docMk/>
      </pc:docMkLst>
      <pc:sldChg chg="modSp mod">
        <pc:chgData name="Kumar, Praven" userId="422382c3-12a8-48da-ae6d-e4f0047854c6" providerId="ADAL" clId="{F8526688-9366-405A-9FD5-8E7684D5D3C9}" dt="2026-03-16T14:38:58.348" v="866" actId="20577"/>
        <pc:sldMkLst>
          <pc:docMk/>
          <pc:sldMk cId="2939532185" sldId="256"/>
        </pc:sldMkLst>
        <pc:spChg chg="mod">
          <ac:chgData name="Kumar, Praven" userId="422382c3-12a8-48da-ae6d-e4f0047854c6" providerId="ADAL" clId="{F8526688-9366-405A-9FD5-8E7684D5D3C9}" dt="2026-03-16T14:38:58.348" v="866" actId="20577"/>
          <ac:spMkLst>
            <pc:docMk/>
            <pc:sldMk cId="2939532185" sldId="256"/>
            <ac:spMk id="5" creationId="{7CB9D2B4-7F15-2DED-C736-BA2D35133C13}"/>
          </ac:spMkLst>
        </pc:spChg>
      </pc:sldChg>
      <pc:sldChg chg="modSp mod">
        <pc:chgData name="Kumar, Praven" userId="422382c3-12a8-48da-ae6d-e4f0047854c6" providerId="ADAL" clId="{F8526688-9366-405A-9FD5-8E7684D5D3C9}" dt="2026-03-05T14:07:35.794" v="858" actId="20577"/>
        <pc:sldMkLst>
          <pc:docMk/>
          <pc:sldMk cId="2751639806" sldId="481"/>
        </pc:sldMkLst>
        <pc:spChg chg="mod">
          <ac:chgData name="Kumar, Praven" userId="422382c3-12a8-48da-ae6d-e4f0047854c6" providerId="ADAL" clId="{F8526688-9366-405A-9FD5-8E7684D5D3C9}" dt="2026-03-05T14:07:35.794" v="858" actId="20577"/>
          <ac:spMkLst>
            <pc:docMk/>
            <pc:sldMk cId="2751639806" sldId="481"/>
            <ac:spMk id="5" creationId="{476A77F1-2464-8DC2-9751-CDF495AF8DA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56CE0-5C07-4F25-B32F-33148B9D02E5}"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4C784-D7C4-429A-BF20-E1182E9C1947}" type="slidenum">
              <a:rPr lang="en-US" smtClean="0"/>
              <a:t>‹#›</a:t>
            </a:fld>
            <a:endParaRPr lang="en-US"/>
          </a:p>
        </p:txBody>
      </p:sp>
    </p:spTree>
    <p:extLst>
      <p:ext uri="{BB962C8B-B14F-4D97-AF65-F5344CB8AC3E}">
        <p14:creationId xmlns:p14="http://schemas.microsoft.com/office/powerpoint/2010/main" val="3503822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4EB17-8D13-7B66-FEE0-1F06412082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1F422C-E169-06A6-410D-4C1365EE95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8DECA5-6F9D-AFEE-3A9A-35E2CA754C01}"/>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85A09DD8-D0A5-7C94-D903-0360EB1BB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F695C9-C50F-7430-9264-09CBF61DA36E}"/>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228892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3519-1A3A-346B-DF1B-3E03572630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579565-82E1-2794-7364-245AED09B7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010F4-4B71-2E73-E06D-CA03B822C580}"/>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01D32032-2808-49C8-D2C4-2AD36513C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83821-563D-AE7B-1218-1AF454C887B5}"/>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1449865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EC4C2-7B4F-F45F-6338-98E941CA9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67BDDD-21EA-62BE-3813-CC172A7851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196B88-1955-1BDE-6993-E64068F37302}"/>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2361AD2E-592B-39BA-DE5F-D0F84FE76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171A99-1DA7-DBBB-60CC-98599EA1B3C6}"/>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1233916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144F-9599-C3B4-2004-93142F2998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E377B-B169-D3A8-4DF1-32F2A39746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D84D20-C21F-AB39-AF09-21AA64F159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D1884-2AD1-8741-3FB3-AB7F0A3FD5E4}"/>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6" name="Footer Placeholder 5">
            <a:extLst>
              <a:ext uri="{FF2B5EF4-FFF2-40B4-BE49-F238E27FC236}">
                <a16:creationId xmlns:a16="http://schemas.microsoft.com/office/drawing/2014/main" id="{EEBA6E12-54BF-1A13-3794-6D0CC4A571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3C869-B9D3-161A-3616-FD0B77C51175}"/>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62772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B2034-3743-3B03-6BBA-9A8B908C66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34FA83-FA04-1E95-3B6D-7C9A0B6C70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443B5E-2CD7-9858-4A51-C643C75CC3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158C1-73D9-60F3-5BCB-038BBE84D3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7DC679-1690-0D13-0ED1-D55D8EF705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70D372-CFFF-F84D-5DFD-D34D67AE9A07}"/>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8" name="Footer Placeholder 7">
            <a:extLst>
              <a:ext uri="{FF2B5EF4-FFF2-40B4-BE49-F238E27FC236}">
                <a16:creationId xmlns:a16="http://schemas.microsoft.com/office/drawing/2014/main" id="{CA734A14-B161-1DAB-1465-EF85728BAE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F9654F-06F1-1865-F6E8-7A885C1ADA11}"/>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117518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CEEA7-6B71-6EF6-BCB5-C5C4C06A8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5BFD8D-457F-30D6-9F77-FA3C0FA2A86F}"/>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4" name="Footer Placeholder 3">
            <a:extLst>
              <a:ext uri="{FF2B5EF4-FFF2-40B4-BE49-F238E27FC236}">
                <a16:creationId xmlns:a16="http://schemas.microsoft.com/office/drawing/2014/main" id="{A8A64B50-7BE8-6C63-C2C8-D5BB4E3E2F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24095D-28C4-D560-03E4-BD3B64B58466}"/>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346372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ADA742-7ED9-8F0B-8512-AF8CE990BF70}"/>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3" name="Footer Placeholder 2">
            <a:extLst>
              <a:ext uri="{FF2B5EF4-FFF2-40B4-BE49-F238E27FC236}">
                <a16:creationId xmlns:a16="http://schemas.microsoft.com/office/drawing/2014/main" id="{281EA7B3-A469-2DF4-71D1-223191E755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AB1408-E418-29E5-CDD9-A11C795F5D21}"/>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324605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DC5A9-565F-70F1-7630-4D72F2E0C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FC8D22-EE7D-C90D-A961-75DE0BE94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EB391C-BE95-EE65-C2C4-C93F68B01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C5C853-908E-0857-98BE-2AA729BDBB54}"/>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6" name="Footer Placeholder 5">
            <a:extLst>
              <a:ext uri="{FF2B5EF4-FFF2-40B4-BE49-F238E27FC236}">
                <a16:creationId xmlns:a16="http://schemas.microsoft.com/office/drawing/2014/main" id="{99018008-28BC-6C2A-2E95-B620F0542B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A19F0C-ABF3-888A-B75E-4E15A9DB8D9D}"/>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579767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DEAA-7155-880C-0712-7D2C49A988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0AF96B-197F-5FC0-4837-E5346E648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A87951-E45D-6A8C-2041-9066C88CEC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B0C1C-AC5B-F467-D738-06ECFD80C31C}"/>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6" name="Footer Placeholder 5">
            <a:extLst>
              <a:ext uri="{FF2B5EF4-FFF2-40B4-BE49-F238E27FC236}">
                <a16:creationId xmlns:a16="http://schemas.microsoft.com/office/drawing/2014/main" id="{F192A962-E82A-87BD-A99A-E96DB2318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F7CE3-66A2-80AD-CAD2-F01054F6373B}"/>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1960016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7FA2-B527-31F6-2DC5-30D6631F02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56DC6E-F08E-C183-9EAA-4A4421A805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F6BB9-B814-B508-3485-70D4D3B11DD6}"/>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D8319FDE-DE56-56D3-CC5C-72738A464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4ABA3-A625-436D-EDFC-BD286DE20DB7}"/>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2814906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FE57C-A4FD-2757-A69D-CDCB38E88A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81BCA6-124A-E750-F44D-91DFF55494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89E707-AB1D-BFC0-BB8D-F787DC625A87}"/>
              </a:ext>
            </a:extLst>
          </p:cNvPr>
          <p:cNvSpPr>
            <a:spLocks noGrp="1"/>
          </p:cNvSpPr>
          <p:nvPr>
            <p:ph type="dt" sz="half" idx="10"/>
          </p:nvPr>
        </p:nvSpPr>
        <p:spPr/>
        <p:txBody>
          <a:body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1F6DC040-440F-C2F7-E50B-DA693F1BCD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C0839-8328-ACFB-4B66-C425152FAFB6}"/>
              </a:ext>
            </a:extLst>
          </p:cNvPr>
          <p:cNvSpPr>
            <a:spLocks noGrp="1"/>
          </p:cNvSpPr>
          <p:nvPr>
            <p:ph type="sldNum" sz="quarter" idx="12"/>
          </p:nvPr>
        </p:nvSpPr>
        <p:spPr/>
        <p:txBody>
          <a:bodyPr/>
          <a:lstStyle/>
          <a:p>
            <a:fld id="{BFC3E7FA-6C53-4CFF-BBDD-2F83BCFF02A8}" type="slidenum">
              <a:rPr lang="en-US" smtClean="0"/>
              <a:t>‹#›</a:t>
            </a:fld>
            <a:endParaRPr lang="en-US"/>
          </a:p>
        </p:txBody>
      </p:sp>
    </p:spTree>
    <p:extLst>
      <p:ext uri="{BB962C8B-B14F-4D97-AF65-F5344CB8AC3E}">
        <p14:creationId xmlns:p14="http://schemas.microsoft.com/office/powerpoint/2010/main" val="1253157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_red wings / 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355EC9-41F2-7648-A3FE-98C8AECDE0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a:solidFill>
            <a:srgbClr val="E41F35"/>
          </a:solidFill>
        </p:spPr>
      </p:pic>
      <p:pic>
        <p:nvPicPr>
          <p:cNvPr id="8" name="Picture 7">
            <a:extLst>
              <a:ext uri="{FF2B5EF4-FFF2-40B4-BE49-F238E27FC236}">
                <a16:creationId xmlns:a16="http://schemas.microsoft.com/office/drawing/2014/main" id="{0111C5EF-37F3-104B-8EEF-E294CCB3C47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05830" y="475992"/>
            <a:ext cx="3011093" cy="962307"/>
          </a:xfrm>
          <a:prstGeom prst="rect">
            <a:avLst/>
          </a:prstGeom>
        </p:spPr>
      </p:pic>
      <p:sp>
        <p:nvSpPr>
          <p:cNvPr id="20" name="Text Placeholder 10">
            <a:extLst>
              <a:ext uri="{FF2B5EF4-FFF2-40B4-BE49-F238E27FC236}">
                <a16:creationId xmlns:a16="http://schemas.microsoft.com/office/drawing/2014/main" id="{6A842F86-A9D9-9742-914C-45E39C6F782B}"/>
              </a:ext>
            </a:extLst>
          </p:cNvPr>
          <p:cNvSpPr>
            <a:spLocks noGrp="1"/>
          </p:cNvSpPr>
          <p:nvPr>
            <p:ph type="body" sz="quarter" idx="13" hasCustomPrompt="1"/>
          </p:nvPr>
        </p:nvSpPr>
        <p:spPr>
          <a:xfrm>
            <a:off x="1134401" y="4409609"/>
            <a:ext cx="6392333" cy="365125"/>
          </a:xfrm>
          <a:prstGeom prst="rect">
            <a:avLst/>
          </a:prstGeom>
        </p:spPr>
        <p:txBody>
          <a:bodyPr anchor="t"/>
          <a:lstStyle>
            <a:lvl1pPr marL="0" indent="0">
              <a:lnSpc>
                <a:spcPct val="85000"/>
              </a:lnSpc>
              <a:buFontTx/>
              <a:buNone/>
              <a:defRPr sz="3000" b="0" i="0">
                <a:solidFill>
                  <a:schemeClr val="bg1"/>
                </a:solidFill>
                <a:latin typeface="Calibri Light" panose="020F0302020204030204" pitchFamily="34" charset="0"/>
                <a:cs typeface="Calibri Light" panose="020F03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pPr lvl="0"/>
            <a:r>
              <a:rPr lang="en-US" dirty="0"/>
              <a:t>Subtitle/speaker name</a:t>
            </a:r>
          </a:p>
        </p:txBody>
      </p:sp>
      <p:sp>
        <p:nvSpPr>
          <p:cNvPr id="21" name="Text Placeholder 10">
            <a:extLst>
              <a:ext uri="{FF2B5EF4-FFF2-40B4-BE49-F238E27FC236}">
                <a16:creationId xmlns:a16="http://schemas.microsoft.com/office/drawing/2014/main" id="{C470E1F0-898F-D94F-B916-25458A2D0C2F}"/>
              </a:ext>
            </a:extLst>
          </p:cNvPr>
          <p:cNvSpPr>
            <a:spLocks noGrp="1"/>
          </p:cNvSpPr>
          <p:nvPr>
            <p:ph type="body" sz="quarter" idx="15" hasCustomPrompt="1"/>
          </p:nvPr>
        </p:nvSpPr>
        <p:spPr>
          <a:xfrm>
            <a:off x="1134401" y="2479928"/>
            <a:ext cx="7700382" cy="1591403"/>
          </a:xfrm>
          <a:prstGeom prst="rect">
            <a:avLst/>
          </a:prstGeom>
        </p:spPr>
        <p:txBody>
          <a:bodyPr anchor="t"/>
          <a:lstStyle>
            <a:lvl1pPr marL="0" indent="0">
              <a:lnSpc>
                <a:spcPct val="85000"/>
              </a:lnSpc>
              <a:buFontTx/>
              <a:buNone/>
              <a:defRPr sz="6000" b="0" i="0">
                <a:solidFill>
                  <a:schemeClr val="bg1"/>
                </a:solidFill>
                <a:latin typeface="Calibri Light" panose="020F0302020204030204" pitchFamily="34" charset="0"/>
                <a:cs typeface="Calibri Light" panose="020F03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pPr lvl="0"/>
            <a:r>
              <a:rPr lang="en-US" dirty="0"/>
              <a:t>72pt front page</a:t>
            </a:r>
            <a:br>
              <a:rPr lang="en-US" dirty="0"/>
            </a:br>
            <a:r>
              <a:rPr lang="en-US" dirty="0"/>
              <a:t>headline here</a:t>
            </a:r>
          </a:p>
        </p:txBody>
      </p:sp>
      <p:sp>
        <p:nvSpPr>
          <p:cNvPr id="22" name="Text Placeholder 10">
            <a:extLst>
              <a:ext uri="{FF2B5EF4-FFF2-40B4-BE49-F238E27FC236}">
                <a16:creationId xmlns:a16="http://schemas.microsoft.com/office/drawing/2014/main" id="{33972A09-DCAB-BD44-BFDA-6A2A16E85F60}"/>
              </a:ext>
            </a:extLst>
          </p:cNvPr>
          <p:cNvSpPr>
            <a:spLocks noGrp="1"/>
          </p:cNvSpPr>
          <p:nvPr>
            <p:ph type="body" sz="quarter" idx="14" hasCustomPrompt="1"/>
          </p:nvPr>
        </p:nvSpPr>
        <p:spPr>
          <a:xfrm>
            <a:off x="1144984" y="4934340"/>
            <a:ext cx="6392333" cy="365125"/>
          </a:xfrm>
          <a:prstGeom prst="rect">
            <a:avLst/>
          </a:prstGeom>
        </p:spPr>
        <p:txBody>
          <a:bodyPr anchor="t"/>
          <a:lstStyle>
            <a:lvl1pPr marL="0" indent="0">
              <a:lnSpc>
                <a:spcPct val="85000"/>
              </a:lnSpc>
              <a:buFontTx/>
              <a:buNone/>
              <a:defRPr sz="1500" b="1" i="0">
                <a:solidFill>
                  <a:schemeClr val="bg1"/>
                </a:solidFill>
                <a:latin typeface="Calibri" panose="020F0502020204030204" pitchFamily="34" charset="0"/>
                <a:cs typeface="Calibri" panose="020F05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pPr lvl="0"/>
            <a:r>
              <a:rPr lang="en-US" dirty="0"/>
              <a:t>Month XX, 2025</a:t>
            </a:r>
          </a:p>
        </p:txBody>
      </p:sp>
      <p:sp>
        <p:nvSpPr>
          <p:cNvPr id="4" name="Footer Placeholder 1">
            <a:extLst>
              <a:ext uri="{FF2B5EF4-FFF2-40B4-BE49-F238E27FC236}">
                <a16:creationId xmlns:a16="http://schemas.microsoft.com/office/drawing/2014/main" id="{419A54A5-394A-FC12-C448-6CE6AE6F464F}"/>
              </a:ext>
            </a:extLst>
          </p:cNvPr>
          <p:cNvSpPr>
            <a:spLocks noGrp="1"/>
          </p:cNvSpPr>
          <p:nvPr userDrawn="1"/>
        </p:nvSpPr>
        <p:spPr>
          <a:xfrm>
            <a:off x="505830" y="6341094"/>
            <a:ext cx="2049163" cy="104348"/>
          </a:xfrm>
          <a:prstGeom prst="rect">
            <a:avLst/>
          </a:prstGeom>
        </p:spPr>
        <p:style>
          <a:lnRef idx="0">
            <a:scrgbClr r="0" g="0" b="0"/>
          </a:lnRef>
          <a:fillRef idx="0">
            <a:scrgbClr r="0" g="0" b="0"/>
          </a:fillRef>
          <a:effectRef idx="0">
            <a:scrgbClr r="0" g="0" b="0"/>
          </a:effectRef>
          <a:fontRef idx="major"/>
        </p:style>
        <p:txBody>
          <a:bodyPr vert="horz" lIns="0" tIns="0" rIns="0" bIns="0" rtlCol="0" anchor="ctr"/>
          <a:lstStyle>
            <a:defPPr>
              <a:defRPr lang="en-US"/>
            </a:defPPr>
            <a:lvl1pPr marL="0" algn="l" defTabSz="914400" rtl="0" eaLnBrk="1" latinLnBrk="0" hangingPunct="1">
              <a:defRPr sz="900" kern="1200">
                <a:solidFill>
                  <a:schemeClr val="tx1">
                    <a:lumMod val="75000"/>
                    <a:lumOff val="25000"/>
                  </a:schemeClr>
                </a:solidFill>
                <a:latin typeface="+mj-lt"/>
                <a:ea typeface="+mj-ea"/>
                <a:cs typeface="+mj-cs"/>
              </a:defRPr>
            </a:lvl1pPr>
            <a:lvl2pPr marL="457200" algn="l" defTabSz="914400" rtl="0" eaLnBrk="1" latinLnBrk="0" hangingPunct="1">
              <a:defRPr sz="1800" kern="1200">
                <a:solidFill>
                  <a:schemeClr val="tx1"/>
                </a:solidFill>
                <a:latin typeface="+mj-lt"/>
                <a:ea typeface="+mj-ea"/>
                <a:cs typeface="+mj-cs"/>
              </a:defRPr>
            </a:lvl2pPr>
            <a:lvl3pPr marL="914400" algn="l" defTabSz="914400" rtl="0" eaLnBrk="1" latinLnBrk="0" hangingPunct="1">
              <a:defRPr sz="1800" kern="1200">
                <a:solidFill>
                  <a:schemeClr val="tx1"/>
                </a:solidFill>
                <a:latin typeface="+mj-lt"/>
                <a:ea typeface="+mj-ea"/>
                <a:cs typeface="+mj-cs"/>
              </a:defRPr>
            </a:lvl3pPr>
            <a:lvl4pPr marL="1371600" algn="l" defTabSz="914400" rtl="0" eaLnBrk="1" latinLnBrk="0" hangingPunct="1">
              <a:defRPr sz="1800" kern="1200">
                <a:solidFill>
                  <a:schemeClr val="tx1"/>
                </a:solidFill>
                <a:latin typeface="+mj-lt"/>
                <a:ea typeface="+mj-ea"/>
                <a:cs typeface="+mj-cs"/>
              </a:defRPr>
            </a:lvl4pPr>
            <a:lvl5pPr marL="1828800" algn="l" defTabSz="914400" rtl="0" eaLnBrk="1" latinLnBrk="0" hangingPunct="1">
              <a:defRPr sz="1800" kern="1200">
                <a:solidFill>
                  <a:schemeClr val="tx1"/>
                </a:solidFill>
                <a:latin typeface="+mj-lt"/>
                <a:ea typeface="+mj-ea"/>
                <a:cs typeface="+mj-cs"/>
              </a:defRPr>
            </a:lvl5pPr>
            <a:lvl6pPr marL="2286000" algn="l" defTabSz="914400" rtl="0" eaLnBrk="1" latinLnBrk="0" hangingPunct="1">
              <a:defRPr sz="1800" kern="1200">
                <a:solidFill>
                  <a:schemeClr val="tx1"/>
                </a:solidFill>
                <a:latin typeface="+mj-lt"/>
                <a:ea typeface="+mj-ea"/>
                <a:cs typeface="+mj-cs"/>
              </a:defRPr>
            </a:lvl6pPr>
            <a:lvl7pPr marL="2743200" algn="l" defTabSz="914400" rtl="0" eaLnBrk="1" latinLnBrk="0" hangingPunct="1">
              <a:defRPr sz="1800" kern="1200">
                <a:solidFill>
                  <a:schemeClr val="tx1"/>
                </a:solidFill>
                <a:latin typeface="+mj-lt"/>
                <a:ea typeface="+mj-ea"/>
                <a:cs typeface="+mj-cs"/>
              </a:defRPr>
            </a:lvl7pPr>
            <a:lvl8pPr marL="3200400" algn="l" defTabSz="914400" rtl="0" eaLnBrk="1" latinLnBrk="0" hangingPunct="1">
              <a:defRPr sz="1800" kern="1200">
                <a:solidFill>
                  <a:schemeClr val="tx1"/>
                </a:solidFill>
                <a:latin typeface="+mj-lt"/>
                <a:ea typeface="+mj-ea"/>
                <a:cs typeface="+mj-cs"/>
              </a:defRPr>
            </a:lvl8pPr>
            <a:lvl9pPr marL="3657600" algn="l" defTabSz="914400" rtl="0" eaLnBrk="1" latinLnBrk="0" hangingPunct="1">
              <a:defRPr sz="1800" kern="1200">
                <a:solidFill>
                  <a:schemeClr val="tx1"/>
                </a:solidFill>
                <a:latin typeface="+mj-lt"/>
                <a:ea typeface="+mj-ea"/>
                <a:cs typeface="+mj-cs"/>
              </a:defRPr>
            </a:lvl9pPr>
          </a:lstStyle>
          <a:p>
            <a:r>
              <a:rPr lang="en-US" sz="833" b="0" i="0">
                <a:solidFill>
                  <a:schemeClr val="bg1"/>
                </a:solidFill>
                <a:latin typeface="Calibri" panose="020F0502020204030204" pitchFamily="34" charset="0"/>
                <a:cs typeface="Calibri" panose="020F0502020204030204" pitchFamily="34" charset="0"/>
              </a:rPr>
              <a:t>© 2025 </a:t>
            </a:r>
            <a:r>
              <a:rPr lang="en-US" sz="833" b="0" i="0" dirty="0">
                <a:solidFill>
                  <a:schemeClr val="bg1"/>
                </a:solidFill>
                <a:latin typeface="Calibri" panose="020F0502020204030204" pitchFamily="34" charset="0"/>
                <a:cs typeface="Calibri" panose="020F0502020204030204" pitchFamily="34" charset="0"/>
              </a:rPr>
              <a:t>Cardinal Health. All Rights Reserved</a:t>
            </a:r>
            <a:r>
              <a:rPr lang="en-US" sz="833" b="0" i="0" spc="100" dirty="0">
                <a:solidFill>
                  <a:schemeClr val="bg1"/>
                </a:solidFill>
                <a:latin typeface="Calibri" panose="020F0502020204030204" pitchFamily="34" charset="0"/>
                <a:cs typeface="Calibri" panose="020F0502020204030204" pitchFamily="34" charset="0"/>
              </a:rPr>
              <a:t>.</a:t>
            </a:r>
            <a:r>
              <a:rPr lang="en-US" sz="833" b="0" i="0" spc="100" baseline="0" dirty="0">
                <a:solidFill>
                  <a:schemeClr val="bg1"/>
                </a:solidFill>
                <a:latin typeface="Calibri" panose="020F0502020204030204" pitchFamily="34" charset="0"/>
                <a:cs typeface="Calibri" panose="020F0502020204030204" pitchFamily="34" charset="0"/>
              </a:rPr>
              <a:t> </a:t>
            </a:r>
            <a:endParaRPr lang="en-US" sz="833" b="0" i="0" spc="1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9453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 2">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CBF44C5-5591-C248-AFF4-BDF5B3981449}"/>
              </a:ext>
            </a:extLst>
          </p:cNvPr>
          <p:cNvSpPr>
            <a:spLocks noGrp="1"/>
          </p:cNvSpPr>
          <p:nvPr>
            <p:ph type="body" sz="quarter" idx="17" hasCustomPrompt="1"/>
          </p:nvPr>
        </p:nvSpPr>
        <p:spPr>
          <a:xfrm>
            <a:off x="626976" y="2847184"/>
            <a:ext cx="10694164" cy="2051388"/>
          </a:xfrm>
          <a:prstGeom prst="rect">
            <a:avLst/>
          </a:prstGeom>
        </p:spPr>
        <p:txBody>
          <a:bodyPr anchor="t"/>
          <a:lstStyle>
            <a:lvl1pPr marL="238115" marR="0" indent="-238115" algn="l" defTabSz="761970" rtl="0" eaLnBrk="1" fontAlgn="auto" latinLnBrk="0" hangingPunct="1">
              <a:lnSpc>
                <a:spcPct val="100000"/>
              </a:lnSpc>
              <a:spcBef>
                <a:spcPts val="833"/>
              </a:spcBef>
              <a:spcAft>
                <a:spcPts val="0"/>
              </a:spcAft>
              <a:buClrTx/>
              <a:buSzTx/>
              <a:buFont typeface="Arial" panose="020B0604020202020204" pitchFamily="34" charset="0"/>
              <a:buChar char="•"/>
              <a:tabLst/>
              <a:defRPr lang="en-US" sz="1500" smtClean="0">
                <a:solidFill>
                  <a:schemeClr val="tx1"/>
                </a:solidFill>
                <a:effectLst/>
              </a:defRPr>
            </a:lvl1pPr>
            <a:lvl2pPr>
              <a:defRPr sz="1667">
                <a:solidFill>
                  <a:schemeClr val="bg1"/>
                </a:solidFill>
              </a:defRPr>
            </a:lvl2pPr>
            <a:lvl3pPr>
              <a:defRPr sz="1667">
                <a:solidFill>
                  <a:schemeClr val="bg1"/>
                </a:solidFill>
              </a:defRPr>
            </a:lvl3pPr>
            <a:lvl4pPr>
              <a:defRPr sz="1667">
                <a:solidFill>
                  <a:schemeClr val="bg1"/>
                </a:solidFill>
              </a:defRPr>
            </a:lvl4pPr>
            <a:lvl5pPr>
              <a:defRPr sz="1667">
                <a:solidFill>
                  <a:schemeClr val="bg1"/>
                </a:solidFill>
              </a:defRPr>
            </a:lvl5pPr>
          </a:lstStyle>
          <a:p>
            <a:pPr marL="238115" marR="0" lvl="0" indent="-238115" algn="l" defTabSz="761970" rtl="0" eaLnBrk="1" fontAlgn="auto" latinLnBrk="0" hangingPunct="1">
              <a:lnSpc>
                <a:spcPct val="100000"/>
              </a:lnSpc>
              <a:spcBef>
                <a:spcPts val="833"/>
              </a:spcBef>
              <a:spcAft>
                <a:spcPts val="0"/>
              </a:spcAft>
              <a:buClrTx/>
              <a:buSzTx/>
              <a:tabLst/>
              <a:defRPr/>
            </a:pPr>
            <a:r>
              <a:rPr lang="en-US" dirty="0">
                <a:effectLst/>
                <a:latin typeface="Calibri Light" panose="020F0302020204030204" pitchFamily="34" charset="0"/>
              </a:rPr>
              <a:t>Callout 1</a:t>
            </a:r>
          </a:p>
          <a:p>
            <a:pPr marL="238115" marR="0" lvl="0" indent="-238115" algn="l" defTabSz="761970" rtl="0" eaLnBrk="1" fontAlgn="auto" latinLnBrk="0" hangingPunct="1">
              <a:lnSpc>
                <a:spcPct val="100000"/>
              </a:lnSpc>
              <a:spcBef>
                <a:spcPts val="833"/>
              </a:spcBef>
              <a:spcAft>
                <a:spcPts val="0"/>
              </a:spcAft>
              <a:buClrTx/>
              <a:buSzTx/>
              <a:tabLst/>
              <a:defRPr/>
            </a:pPr>
            <a:r>
              <a:rPr lang="en-US" dirty="0">
                <a:effectLst/>
                <a:latin typeface="Calibri Light" panose="020F0302020204030204" pitchFamily="34" charset="0"/>
              </a:rPr>
              <a:t>Callout 2</a:t>
            </a:r>
          </a:p>
          <a:p>
            <a:pPr marL="238115" marR="0" lvl="0" indent="-238115" algn="l" defTabSz="761970" rtl="0" eaLnBrk="1" fontAlgn="auto" latinLnBrk="0" hangingPunct="1">
              <a:lnSpc>
                <a:spcPct val="100000"/>
              </a:lnSpc>
              <a:spcBef>
                <a:spcPts val="833"/>
              </a:spcBef>
              <a:spcAft>
                <a:spcPts val="0"/>
              </a:spcAft>
              <a:buClrTx/>
              <a:buSzTx/>
              <a:tabLst/>
              <a:defRPr/>
            </a:pPr>
            <a:r>
              <a:rPr lang="en-US" dirty="0">
                <a:effectLst/>
                <a:latin typeface="Calibri Light" panose="020F0302020204030204" pitchFamily="34" charset="0"/>
              </a:rPr>
              <a:t>Callout 3</a:t>
            </a:r>
          </a:p>
        </p:txBody>
      </p:sp>
      <p:sp>
        <p:nvSpPr>
          <p:cNvPr id="9" name="Text Placeholder 10">
            <a:extLst>
              <a:ext uri="{FF2B5EF4-FFF2-40B4-BE49-F238E27FC236}">
                <a16:creationId xmlns:a16="http://schemas.microsoft.com/office/drawing/2014/main" id="{458E3445-B051-ED40-A0DC-EB7F2C564E35}"/>
              </a:ext>
            </a:extLst>
          </p:cNvPr>
          <p:cNvSpPr>
            <a:spLocks noGrp="1"/>
          </p:cNvSpPr>
          <p:nvPr>
            <p:ph type="body" sz="quarter" idx="13" hasCustomPrompt="1"/>
          </p:nvPr>
        </p:nvSpPr>
        <p:spPr>
          <a:xfrm>
            <a:off x="626977" y="2251709"/>
            <a:ext cx="10694165" cy="352231"/>
          </a:xfrm>
          <a:prstGeom prst="rect">
            <a:avLst/>
          </a:prstGeom>
        </p:spPr>
        <p:txBody>
          <a:bodyPr anchor="t"/>
          <a:lstStyle>
            <a:lvl1pPr marL="0" indent="0">
              <a:lnSpc>
                <a:spcPct val="85000"/>
              </a:lnSpc>
              <a:buFontTx/>
              <a:buNone/>
              <a:defRPr sz="1750" b="1" i="0">
                <a:solidFill>
                  <a:srgbClr val="E41F35"/>
                </a:solidFill>
                <a:latin typeface="Calibri" panose="020F0502020204030204" pitchFamily="34" charset="0"/>
                <a:cs typeface="Calibri" panose="020F05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pPr lvl="0"/>
            <a:r>
              <a:rPr lang="en-US" dirty="0" err="1"/>
              <a:t>Subheader</a:t>
            </a:r>
            <a:r>
              <a:rPr lang="en-US" dirty="0"/>
              <a:t>/title</a:t>
            </a:r>
          </a:p>
        </p:txBody>
      </p:sp>
      <p:sp>
        <p:nvSpPr>
          <p:cNvPr id="2" name="Text Placeholder 12">
            <a:extLst>
              <a:ext uri="{FF2B5EF4-FFF2-40B4-BE49-F238E27FC236}">
                <a16:creationId xmlns:a16="http://schemas.microsoft.com/office/drawing/2014/main" id="{4697BA90-BCA8-E30D-F347-94F92F34D489}"/>
              </a:ext>
            </a:extLst>
          </p:cNvPr>
          <p:cNvSpPr>
            <a:spLocks noGrp="1"/>
          </p:cNvSpPr>
          <p:nvPr>
            <p:ph type="body" sz="quarter" idx="11" hasCustomPrompt="1"/>
          </p:nvPr>
        </p:nvSpPr>
        <p:spPr>
          <a:xfrm>
            <a:off x="626976" y="1082147"/>
            <a:ext cx="10694166" cy="972526"/>
          </a:xfrm>
          <a:prstGeom prst="rect">
            <a:avLst/>
          </a:prstGeom>
        </p:spPr>
        <p:txBody>
          <a:bodyPr anchor="t"/>
          <a:lstStyle>
            <a:lvl1pPr marL="0" indent="0">
              <a:buNone/>
              <a:defRPr sz="4000" b="0" i="0" spc="83" baseline="0">
                <a:solidFill>
                  <a:schemeClr val="tx1"/>
                </a:solidFill>
                <a:latin typeface="Calibri Light" panose="020F0302020204030204" pitchFamily="34" charset="0"/>
                <a:cs typeface="Calibri Light" panose="020F0302020204030204" pitchFamily="34" charset="0"/>
              </a:defRPr>
            </a:lvl1pPr>
          </a:lstStyle>
          <a:p>
            <a:pPr lvl="0"/>
            <a:r>
              <a:rPr lang="en-US" dirty="0"/>
              <a:t>48 </a:t>
            </a:r>
            <a:r>
              <a:rPr lang="en-US" dirty="0" err="1"/>
              <a:t>pt</a:t>
            </a:r>
            <a:r>
              <a:rPr lang="en-US" dirty="0"/>
              <a:t> headline goes here lorem ipsum</a:t>
            </a:r>
          </a:p>
        </p:txBody>
      </p:sp>
    </p:spTree>
    <p:extLst>
      <p:ext uri="{BB962C8B-B14F-4D97-AF65-F5344CB8AC3E}">
        <p14:creationId xmlns:p14="http://schemas.microsoft.com/office/powerpoint/2010/main" val="21406809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1D">
    <p:spTree>
      <p:nvGrpSpPr>
        <p:cNvPr id="1" name=""/>
        <p:cNvGrpSpPr/>
        <p:nvPr/>
      </p:nvGrpSpPr>
      <p:grpSpPr>
        <a:xfrm>
          <a:off x="0" y="0"/>
          <a:ext cx="0" cy="0"/>
          <a:chOff x="0" y="0"/>
          <a:chExt cx="0" cy="0"/>
        </a:xfrm>
      </p:grpSpPr>
      <p:sp>
        <p:nvSpPr>
          <p:cNvPr id="8" name="Text Placeholder 16">
            <a:extLst>
              <a:ext uri="{FF2B5EF4-FFF2-40B4-BE49-F238E27FC236}">
                <a16:creationId xmlns:a16="http://schemas.microsoft.com/office/drawing/2014/main" id="{2B0DC9AD-8017-3B49-B46D-9AB9C8AC7277}"/>
              </a:ext>
            </a:extLst>
          </p:cNvPr>
          <p:cNvSpPr>
            <a:spLocks noGrp="1"/>
          </p:cNvSpPr>
          <p:nvPr>
            <p:ph type="body" sz="quarter" idx="19"/>
          </p:nvPr>
        </p:nvSpPr>
        <p:spPr>
          <a:xfrm>
            <a:off x="621716" y="2582796"/>
            <a:ext cx="2932369" cy="726993"/>
          </a:xfrm>
          <a:prstGeom prst="rect">
            <a:avLst/>
          </a:prstGeom>
        </p:spPr>
        <p:txBody>
          <a:bodyPr anchor="t"/>
          <a:lstStyle>
            <a:lvl1pPr marL="0" indent="0">
              <a:buNone/>
              <a:defRPr sz="2000" b="0" i="0">
                <a:solidFill>
                  <a:srgbClr val="E41F35"/>
                </a:solidFill>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9" name="Text Placeholder 20">
            <a:extLst>
              <a:ext uri="{FF2B5EF4-FFF2-40B4-BE49-F238E27FC236}">
                <a16:creationId xmlns:a16="http://schemas.microsoft.com/office/drawing/2014/main" id="{4A76540F-7F2D-6148-A496-4E9F376F58B3}"/>
              </a:ext>
            </a:extLst>
          </p:cNvPr>
          <p:cNvSpPr>
            <a:spLocks noGrp="1"/>
          </p:cNvSpPr>
          <p:nvPr>
            <p:ph type="body" sz="quarter" idx="20"/>
          </p:nvPr>
        </p:nvSpPr>
        <p:spPr>
          <a:xfrm>
            <a:off x="621282" y="3327905"/>
            <a:ext cx="2932774" cy="2889250"/>
          </a:xfrm>
          <a:prstGeom prst="rect">
            <a:avLst/>
          </a:prstGeom>
        </p:spPr>
        <p:txBody>
          <a:bodyPr anchor="t"/>
          <a:lstStyle>
            <a:lvl1pPr>
              <a:buClr>
                <a:srgbClr val="E41F35"/>
              </a:buClr>
              <a:defRPr sz="2000" b="0" i="0">
                <a:solidFill>
                  <a:schemeClr val="tx1"/>
                </a:solidFill>
                <a:latin typeface="Calibri" panose="020F0502020204030204" pitchFamily="34" charset="0"/>
                <a:cs typeface="Calibri" panose="020F0502020204030204" pitchFamily="34" charset="0"/>
              </a:defRPr>
            </a:lvl1pPr>
            <a:lvl2pPr marL="571463" indent="-190487">
              <a:buClr>
                <a:srgbClr val="E41F35"/>
              </a:buClr>
              <a:buFont typeface="Courier New" panose="02070309020205020404" pitchFamily="49" charset="0"/>
              <a:buChar char="o"/>
              <a:defRPr sz="1667" b="0" i="0">
                <a:solidFill>
                  <a:schemeClr val="tx1"/>
                </a:solidFill>
                <a:latin typeface="Calibri" panose="020F0502020204030204" pitchFamily="34" charset="0"/>
                <a:cs typeface="Calibri" panose="020F0502020204030204" pitchFamily="34" charset="0"/>
              </a:defRPr>
            </a:lvl2pPr>
            <a:lvl3pPr marL="952438" indent="-190487">
              <a:buClr>
                <a:srgbClr val="E41F35"/>
              </a:buClr>
              <a:buFont typeface="Arial" panose="020B0604020202020204" pitchFamily="34" charset="0"/>
              <a:buChar char="–"/>
              <a:defRPr sz="1500" b="0" i="0">
                <a:solidFill>
                  <a:schemeClr val="tx1"/>
                </a:solidFill>
                <a:latin typeface="Calibri" panose="020F0502020204030204" pitchFamily="34" charset="0"/>
                <a:cs typeface="Calibri" panose="020F0502020204030204" pitchFamily="34" charset="0"/>
              </a:defRPr>
            </a:lvl3pPr>
            <a:lvl4pPr marL="1333413" indent="-190487">
              <a:buClr>
                <a:srgbClr val="E41F35"/>
              </a:buClr>
              <a:buFont typeface="Wingdings" panose="05000000000000000000" pitchFamily="2" charset="2"/>
              <a:buChar char="§"/>
              <a:defRPr sz="1333" b="0" i="0">
                <a:solidFill>
                  <a:schemeClr val="tx1"/>
                </a:solidFill>
                <a:latin typeface="Calibri" panose="020F0502020204030204" pitchFamily="34" charset="0"/>
                <a:cs typeface="Calibri" panose="020F0502020204030204" pitchFamily="34" charset="0"/>
              </a:defRPr>
            </a:lvl4pPr>
            <a:lvl5pPr marL="1714389" indent="-190487">
              <a:buClr>
                <a:srgbClr val="E41F35"/>
              </a:buClr>
              <a:buFont typeface="Arial" panose="020B0604020202020204" pitchFamily="34" charset="0"/>
              <a:buChar char="–"/>
              <a:defRPr sz="1333" b="0" i="0">
                <a:solidFill>
                  <a:schemeClr val="tx1"/>
                </a:solidFill>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6">
            <a:extLst>
              <a:ext uri="{FF2B5EF4-FFF2-40B4-BE49-F238E27FC236}">
                <a16:creationId xmlns:a16="http://schemas.microsoft.com/office/drawing/2014/main" id="{94B804AE-B26E-1642-B7B7-E38233A2C8A5}"/>
              </a:ext>
            </a:extLst>
          </p:cNvPr>
          <p:cNvSpPr>
            <a:spLocks noGrp="1"/>
          </p:cNvSpPr>
          <p:nvPr>
            <p:ph type="body" sz="quarter" idx="15"/>
          </p:nvPr>
        </p:nvSpPr>
        <p:spPr>
          <a:xfrm>
            <a:off x="3793835" y="2582796"/>
            <a:ext cx="2932804" cy="726993"/>
          </a:xfrm>
          <a:prstGeom prst="rect">
            <a:avLst/>
          </a:prstGeom>
        </p:spPr>
        <p:txBody>
          <a:bodyPr anchor="t"/>
          <a:lstStyle>
            <a:lvl1pPr marL="0" indent="0">
              <a:buNone/>
              <a:defRPr sz="2000" b="0" i="0">
                <a:solidFill>
                  <a:srgbClr val="E41F35"/>
                </a:solidFill>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12" name="Text Placeholder 20">
            <a:extLst>
              <a:ext uri="{FF2B5EF4-FFF2-40B4-BE49-F238E27FC236}">
                <a16:creationId xmlns:a16="http://schemas.microsoft.com/office/drawing/2014/main" id="{DDEF686A-D09A-5E43-ABC3-D5E69A3B9EB3}"/>
              </a:ext>
            </a:extLst>
          </p:cNvPr>
          <p:cNvSpPr>
            <a:spLocks noGrp="1"/>
          </p:cNvSpPr>
          <p:nvPr>
            <p:ph type="body" sz="quarter" idx="16"/>
          </p:nvPr>
        </p:nvSpPr>
        <p:spPr>
          <a:xfrm>
            <a:off x="3793836" y="3327905"/>
            <a:ext cx="2932774" cy="2889250"/>
          </a:xfrm>
          <a:prstGeom prst="rect">
            <a:avLst/>
          </a:prstGeom>
        </p:spPr>
        <p:txBody>
          <a:bodyPr anchor="t"/>
          <a:lstStyle>
            <a:lvl1pPr>
              <a:buClr>
                <a:srgbClr val="E41F35"/>
              </a:buClr>
              <a:defRPr sz="2000" b="0" i="0">
                <a:solidFill>
                  <a:schemeClr val="tx1"/>
                </a:solidFill>
                <a:latin typeface="Calibri" panose="020F0502020204030204" pitchFamily="34" charset="0"/>
                <a:cs typeface="Calibri" panose="020F0502020204030204" pitchFamily="34" charset="0"/>
              </a:defRPr>
            </a:lvl1pPr>
            <a:lvl2pPr marL="571463" indent="-190487">
              <a:buClr>
                <a:srgbClr val="E41F35"/>
              </a:buClr>
              <a:buFont typeface="Courier New" panose="02070309020205020404" pitchFamily="49" charset="0"/>
              <a:buChar char="o"/>
              <a:defRPr sz="1667" b="0" i="0">
                <a:solidFill>
                  <a:schemeClr val="tx1"/>
                </a:solidFill>
                <a:latin typeface="Calibri" panose="020F0502020204030204" pitchFamily="34" charset="0"/>
                <a:cs typeface="Calibri" panose="020F0502020204030204" pitchFamily="34" charset="0"/>
              </a:defRPr>
            </a:lvl2pPr>
            <a:lvl3pPr marL="952438" indent="-190487">
              <a:buClr>
                <a:srgbClr val="E41F35"/>
              </a:buClr>
              <a:buFont typeface="Arial" panose="020B0604020202020204" pitchFamily="34" charset="0"/>
              <a:buChar char="–"/>
              <a:defRPr sz="1500" b="0" i="0">
                <a:solidFill>
                  <a:schemeClr val="tx1"/>
                </a:solidFill>
                <a:latin typeface="Calibri" panose="020F0502020204030204" pitchFamily="34" charset="0"/>
                <a:cs typeface="Calibri" panose="020F0502020204030204" pitchFamily="34" charset="0"/>
              </a:defRPr>
            </a:lvl3pPr>
            <a:lvl4pPr marL="1333413" indent="-190487">
              <a:buClr>
                <a:srgbClr val="E41F35"/>
              </a:buClr>
              <a:buFont typeface="Wingdings" panose="05000000000000000000" pitchFamily="2" charset="2"/>
              <a:buChar char="§"/>
              <a:defRPr sz="1333" b="0" i="0">
                <a:solidFill>
                  <a:schemeClr val="tx1"/>
                </a:solidFill>
                <a:latin typeface="Calibri" panose="020F0502020204030204" pitchFamily="34" charset="0"/>
                <a:cs typeface="Calibri" panose="020F0502020204030204" pitchFamily="34" charset="0"/>
              </a:defRPr>
            </a:lvl4pPr>
            <a:lvl5pPr marL="1714389" indent="-190487">
              <a:buClr>
                <a:srgbClr val="E41F35"/>
              </a:buClr>
              <a:buFont typeface="Arial" panose="020B0604020202020204" pitchFamily="34" charset="0"/>
              <a:buChar char="–"/>
              <a:defRPr sz="1333" b="0" i="0">
                <a:solidFill>
                  <a:schemeClr val="tx1"/>
                </a:solidFill>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6">
            <a:extLst>
              <a:ext uri="{FF2B5EF4-FFF2-40B4-BE49-F238E27FC236}">
                <a16:creationId xmlns:a16="http://schemas.microsoft.com/office/drawing/2014/main" id="{92C62B0D-B231-0B45-8B10-6DB99AA331E7}"/>
              </a:ext>
            </a:extLst>
          </p:cNvPr>
          <p:cNvSpPr>
            <a:spLocks noGrp="1"/>
          </p:cNvSpPr>
          <p:nvPr>
            <p:ph type="body" sz="quarter" idx="21"/>
          </p:nvPr>
        </p:nvSpPr>
        <p:spPr>
          <a:xfrm>
            <a:off x="6951003" y="2582796"/>
            <a:ext cx="2932369" cy="726993"/>
          </a:xfrm>
          <a:prstGeom prst="rect">
            <a:avLst/>
          </a:prstGeom>
        </p:spPr>
        <p:txBody>
          <a:bodyPr anchor="t"/>
          <a:lstStyle>
            <a:lvl1pPr marL="0" indent="0">
              <a:buNone/>
              <a:defRPr sz="2000" b="0" i="0">
                <a:solidFill>
                  <a:srgbClr val="E41F35"/>
                </a:solidFill>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14" name="Text Placeholder 20">
            <a:extLst>
              <a:ext uri="{FF2B5EF4-FFF2-40B4-BE49-F238E27FC236}">
                <a16:creationId xmlns:a16="http://schemas.microsoft.com/office/drawing/2014/main" id="{DFB035F0-D67B-9D4E-98EA-61BFBCDE9006}"/>
              </a:ext>
            </a:extLst>
          </p:cNvPr>
          <p:cNvSpPr>
            <a:spLocks noGrp="1"/>
          </p:cNvSpPr>
          <p:nvPr>
            <p:ph type="body" sz="quarter" idx="22"/>
          </p:nvPr>
        </p:nvSpPr>
        <p:spPr>
          <a:xfrm>
            <a:off x="6950570" y="3327905"/>
            <a:ext cx="2932774" cy="2889250"/>
          </a:xfrm>
          <a:prstGeom prst="rect">
            <a:avLst/>
          </a:prstGeom>
        </p:spPr>
        <p:txBody>
          <a:bodyPr anchor="t"/>
          <a:lstStyle>
            <a:lvl1pPr>
              <a:buClr>
                <a:srgbClr val="E41F35"/>
              </a:buClr>
              <a:defRPr sz="2000" b="0" i="0">
                <a:solidFill>
                  <a:schemeClr val="tx1"/>
                </a:solidFill>
                <a:latin typeface="Calibri" panose="020F0502020204030204" pitchFamily="34" charset="0"/>
                <a:cs typeface="Calibri" panose="020F0502020204030204" pitchFamily="34" charset="0"/>
              </a:defRPr>
            </a:lvl1pPr>
            <a:lvl2pPr marL="571463" indent="-190487">
              <a:buClr>
                <a:srgbClr val="E41F35"/>
              </a:buClr>
              <a:buFont typeface="Courier New" panose="02070309020205020404" pitchFamily="49" charset="0"/>
              <a:buChar char="o"/>
              <a:defRPr sz="1667" b="0" i="0">
                <a:solidFill>
                  <a:schemeClr val="tx1"/>
                </a:solidFill>
                <a:latin typeface="Calibri" panose="020F0502020204030204" pitchFamily="34" charset="0"/>
                <a:cs typeface="Calibri" panose="020F0502020204030204" pitchFamily="34" charset="0"/>
              </a:defRPr>
            </a:lvl2pPr>
            <a:lvl3pPr marL="952438" indent="-190487">
              <a:buClr>
                <a:srgbClr val="E41F35"/>
              </a:buClr>
              <a:buFont typeface="Arial" panose="020B0604020202020204" pitchFamily="34" charset="0"/>
              <a:buChar char="–"/>
              <a:defRPr sz="1500" b="0" i="0">
                <a:solidFill>
                  <a:schemeClr val="tx1"/>
                </a:solidFill>
                <a:latin typeface="Calibri" panose="020F0502020204030204" pitchFamily="34" charset="0"/>
                <a:cs typeface="Calibri" panose="020F0502020204030204" pitchFamily="34" charset="0"/>
              </a:defRPr>
            </a:lvl3pPr>
            <a:lvl4pPr marL="1333413" indent="-190487">
              <a:buClr>
                <a:srgbClr val="E41F35"/>
              </a:buClr>
              <a:buFont typeface="Wingdings" panose="05000000000000000000" pitchFamily="2" charset="2"/>
              <a:buChar char="§"/>
              <a:defRPr sz="1333" b="0" i="0">
                <a:solidFill>
                  <a:schemeClr val="tx1"/>
                </a:solidFill>
                <a:latin typeface="Calibri" panose="020F0502020204030204" pitchFamily="34" charset="0"/>
                <a:cs typeface="Calibri" panose="020F0502020204030204" pitchFamily="34" charset="0"/>
              </a:defRPr>
            </a:lvl4pPr>
            <a:lvl5pPr marL="1714389" indent="-190487">
              <a:buClr>
                <a:srgbClr val="E41F35"/>
              </a:buClr>
              <a:buFont typeface="Arial" panose="020B0604020202020204" pitchFamily="34" charset="0"/>
              <a:buChar char="–"/>
              <a:defRPr sz="1333" b="0" i="0">
                <a:solidFill>
                  <a:schemeClr val="tx1"/>
                </a:solidFill>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2">
            <a:extLst>
              <a:ext uri="{FF2B5EF4-FFF2-40B4-BE49-F238E27FC236}">
                <a16:creationId xmlns:a16="http://schemas.microsoft.com/office/drawing/2014/main" id="{082C7831-DEFF-FF48-883C-D48CF7D659AD}"/>
              </a:ext>
            </a:extLst>
          </p:cNvPr>
          <p:cNvSpPr>
            <a:spLocks noGrp="1"/>
          </p:cNvSpPr>
          <p:nvPr>
            <p:ph type="body" sz="quarter" idx="11" hasCustomPrompt="1"/>
          </p:nvPr>
        </p:nvSpPr>
        <p:spPr>
          <a:xfrm>
            <a:off x="626976" y="1082147"/>
            <a:ext cx="10694166" cy="972526"/>
          </a:xfrm>
          <a:prstGeom prst="rect">
            <a:avLst/>
          </a:prstGeom>
        </p:spPr>
        <p:txBody>
          <a:bodyPr anchor="t"/>
          <a:lstStyle>
            <a:lvl1pPr marL="0" indent="0">
              <a:buNone/>
              <a:defRPr sz="4000" b="0" i="0" spc="83" baseline="0">
                <a:solidFill>
                  <a:schemeClr val="tx1"/>
                </a:solidFill>
                <a:latin typeface="Calibri Light" panose="020F0302020204030204" pitchFamily="34" charset="0"/>
                <a:cs typeface="Calibri Light" panose="020F0302020204030204" pitchFamily="34" charset="0"/>
              </a:defRPr>
            </a:lvl1pPr>
          </a:lstStyle>
          <a:p>
            <a:pPr lvl="0"/>
            <a:r>
              <a:rPr lang="en-US" dirty="0"/>
              <a:t>48 </a:t>
            </a:r>
            <a:r>
              <a:rPr lang="en-US" dirty="0" err="1"/>
              <a:t>pt</a:t>
            </a:r>
            <a:r>
              <a:rPr lang="en-US" dirty="0"/>
              <a:t> headline goes here lorem ipsum</a:t>
            </a:r>
          </a:p>
        </p:txBody>
      </p:sp>
      <p:sp>
        <p:nvSpPr>
          <p:cNvPr id="11" name="Text Placeholder 14">
            <a:extLst>
              <a:ext uri="{FF2B5EF4-FFF2-40B4-BE49-F238E27FC236}">
                <a16:creationId xmlns:a16="http://schemas.microsoft.com/office/drawing/2014/main" id="{F245A3DC-6FE7-054B-A66F-C979463976EB}"/>
              </a:ext>
            </a:extLst>
          </p:cNvPr>
          <p:cNvSpPr>
            <a:spLocks noGrp="1"/>
          </p:cNvSpPr>
          <p:nvPr>
            <p:ph type="body" sz="quarter" idx="12" hasCustomPrompt="1"/>
          </p:nvPr>
        </p:nvSpPr>
        <p:spPr>
          <a:xfrm>
            <a:off x="627414" y="2092662"/>
            <a:ext cx="10693728" cy="277260"/>
          </a:xfrm>
          <a:prstGeom prst="rect">
            <a:avLst/>
          </a:prstGeom>
        </p:spPr>
        <p:txBody>
          <a:bodyPr anchor="t"/>
          <a:lstStyle>
            <a:lvl1pPr marL="0" indent="0">
              <a:buNone/>
              <a:defRPr sz="1667" b="0" i="0" cap="none" baseline="0">
                <a:solidFill>
                  <a:schemeClr val="tx1"/>
                </a:solidFill>
                <a:latin typeface="Calibri" panose="020F0502020204030204" pitchFamily="34" charset="0"/>
                <a:cs typeface="Calibri" panose="020F0502020204030204" pitchFamily="34" charset="0"/>
              </a:defRPr>
            </a:lvl1pPr>
            <a:lvl2pPr>
              <a:defRPr cap="all" baseline="0">
                <a:latin typeface="Arial" panose="020B0604020202020204" pitchFamily="34" charset="0"/>
                <a:cs typeface="Arial" panose="020B0604020202020204" pitchFamily="34" charset="0"/>
              </a:defRPr>
            </a:lvl2pPr>
            <a:lvl3pPr>
              <a:defRPr cap="all" baseline="0">
                <a:latin typeface="Arial" panose="020B0604020202020204" pitchFamily="34" charset="0"/>
                <a:cs typeface="Arial" panose="020B0604020202020204" pitchFamily="34" charset="0"/>
              </a:defRPr>
            </a:lvl3pPr>
            <a:lvl4pPr>
              <a:defRPr cap="all" baseline="0">
                <a:latin typeface="Arial" panose="020B0604020202020204" pitchFamily="34" charset="0"/>
                <a:cs typeface="Arial" panose="020B0604020202020204" pitchFamily="34" charset="0"/>
              </a:defRPr>
            </a:lvl4pPr>
            <a:lvl5pPr>
              <a:defRPr cap="all" baseline="0">
                <a:latin typeface="Arial" panose="020B0604020202020204" pitchFamily="34" charset="0"/>
                <a:cs typeface="Arial" panose="020B06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41029293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_red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355EC9-41F2-7648-A3FE-98C8AECDE0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433458"/>
          </a:xfrm>
          <a:prstGeom prst="rect">
            <a:avLst/>
          </a:prstGeom>
          <a:solidFill>
            <a:srgbClr val="E41F35"/>
          </a:solidFill>
        </p:spPr>
      </p:pic>
      <p:sp>
        <p:nvSpPr>
          <p:cNvPr id="11" name="Text Placeholder 10">
            <a:extLst>
              <a:ext uri="{FF2B5EF4-FFF2-40B4-BE49-F238E27FC236}">
                <a16:creationId xmlns:a16="http://schemas.microsoft.com/office/drawing/2014/main" id="{4A9EE608-886C-E04A-A7BD-3EEFA04D828C}"/>
              </a:ext>
            </a:extLst>
          </p:cNvPr>
          <p:cNvSpPr>
            <a:spLocks noGrp="1"/>
          </p:cNvSpPr>
          <p:nvPr>
            <p:ph type="body" sz="quarter" idx="13" hasCustomPrompt="1"/>
          </p:nvPr>
        </p:nvSpPr>
        <p:spPr>
          <a:xfrm>
            <a:off x="1134400" y="2178468"/>
            <a:ext cx="6885336" cy="365125"/>
          </a:xfrm>
          <a:prstGeom prst="rect">
            <a:avLst/>
          </a:prstGeom>
        </p:spPr>
        <p:txBody>
          <a:bodyPr anchor="t"/>
          <a:lstStyle>
            <a:lvl1pPr marL="0" indent="0">
              <a:lnSpc>
                <a:spcPct val="85000"/>
              </a:lnSpc>
              <a:buFontTx/>
              <a:buNone/>
              <a:defRPr sz="2333" b="1" i="0">
                <a:solidFill>
                  <a:schemeClr val="bg1"/>
                </a:solidFill>
                <a:latin typeface="Calibri" panose="020F0502020204030204" pitchFamily="34" charset="0"/>
                <a:cs typeface="Calibri" panose="020F05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pPr lvl="0"/>
            <a:r>
              <a:rPr lang="en-US" dirty="0"/>
              <a:t>Eyebrow lorem ipsum</a:t>
            </a:r>
          </a:p>
        </p:txBody>
      </p:sp>
      <p:sp>
        <p:nvSpPr>
          <p:cNvPr id="10" name="Text Placeholder 10">
            <a:extLst>
              <a:ext uri="{FF2B5EF4-FFF2-40B4-BE49-F238E27FC236}">
                <a16:creationId xmlns:a16="http://schemas.microsoft.com/office/drawing/2014/main" id="{64DC0896-9197-BA48-8CD1-E33F7015E71F}"/>
              </a:ext>
            </a:extLst>
          </p:cNvPr>
          <p:cNvSpPr>
            <a:spLocks noGrp="1"/>
          </p:cNvSpPr>
          <p:nvPr>
            <p:ph type="body" sz="quarter" idx="15" hasCustomPrompt="1"/>
          </p:nvPr>
        </p:nvSpPr>
        <p:spPr>
          <a:xfrm>
            <a:off x="1134402" y="2558008"/>
            <a:ext cx="6885337" cy="1744117"/>
          </a:xfrm>
          <a:prstGeom prst="rect">
            <a:avLst/>
          </a:prstGeom>
        </p:spPr>
        <p:txBody>
          <a:bodyPr anchor="t"/>
          <a:lstStyle>
            <a:lvl1pPr marL="0" indent="0">
              <a:lnSpc>
                <a:spcPct val="85000"/>
              </a:lnSpc>
              <a:buFontTx/>
              <a:buNone/>
              <a:defRPr sz="5000" b="0" i="0">
                <a:solidFill>
                  <a:schemeClr val="bg1"/>
                </a:solidFill>
                <a:latin typeface="Calibri Light" panose="020F0302020204030204" pitchFamily="34" charset="0"/>
                <a:cs typeface="Calibri Light" panose="020F0302020204030204" pitchFamily="34" charset="0"/>
              </a:defRPr>
            </a:lvl1pPr>
            <a:lvl2pPr marL="380985" indent="0">
              <a:buFontTx/>
              <a:buNone/>
              <a:defRPr sz="6000" b="0" i="0">
                <a:latin typeface="Calibri Light" panose="020F0302020204030204" pitchFamily="34" charset="0"/>
                <a:cs typeface="Calibri Light" panose="020F0302020204030204" pitchFamily="34" charset="0"/>
              </a:defRPr>
            </a:lvl2pPr>
            <a:lvl3pPr marL="761970" indent="0">
              <a:buFontTx/>
              <a:buNone/>
              <a:defRPr sz="6000" b="0" i="0">
                <a:latin typeface="Calibri Light" panose="020F0302020204030204" pitchFamily="34" charset="0"/>
                <a:cs typeface="Calibri Light" panose="020F0302020204030204" pitchFamily="34" charset="0"/>
              </a:defRPr>
            </a:lvl3pPr>
            <a:lvl4pPr marL="1142954" indent="0">
              <a:buFontTx/>
              <a:buNone/>
              <a:defRPr sz="6000" b="0" i="0">
                <a:latin typeface="Calibri Light" panose="020F0302020204030204" pitchFamily="34" charset="0"/>
                <a:cs typeface="Calibri Light" panose="020F0302020204030204" pitchFamily="34" charset="0"/>
              </a:defRPr>
            </a:lvl4pPr>
            <a:lvl5pPr marL="1523939" indent="0">
              <a:buFontTx/>
              <a:buNone/>
              <a:defRPr sz="6000" b="0" i="0">
                <a:latin typeface="Calibri Light" panose="020F0302020204030204" pitchFamily="34" charset="0"/>
                <a:cs typeface="Calibri Light" panose="020F0302020204030204" pitchFamily="34" charset="0"/>
              </a:defRPr>
            </a:lvl5pPr>
          </a:lstStyle>
          <a:p>
            <a:r>
              <a:rPr lang="en-US" dirty="0">
                <a:effectLst/>
                <a:latin typeface="Calibri Light" panose="020F0302020204030204" pitchFamily="34" charset="0"/>
              </a:rPr>
              <a:t>60pt section divider headline goes here </a:t>
            </a:r>
          </a:p>
        </p:txBody>
      </p:sp>
      <p:cxnSp>
        <p:nvCxnSpPr>
          <p:cNvPr id="2" name="Straight Connector 1">
            <a:extLst>
              <a:ext uri="{FF2B5EF4-FFF2-40B4-BE49-F238E27FC236}">
                <a16:creationId xmlns:a16="http://schemas.microsoft.com/office/drawing/2014/main" id="{9CF8801D-E5EB-7700-6CE6-79E733631F36}"/>
              </a:ext>
            </a:extLst>
          </p:cNvPr>
          <p:cNvCxnSpPr>
            <a:cxnSpLocks/>
          </p:cNvCxnSpPr>
          <p:nvPr userDrawn="1"/>
        </p:nvCxnSpPr>
        <p:spPr>
          <a:xfrm>
            <a:off x="-1" y="6439935"/>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57720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74FFE-313E-814A-2C77-6B1B8AB57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D5CC2D-9694-562D-836E-6D4C42C7B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A3074-64F9-04EF-F966-AFCF3BA023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963136-1E23-47C2-B608-A019B5999E84}" type="datetimeFigureOut">
              <a:rPr lang="en-US" smtClean="0"/>
              <a:t>3/16/2026</a:t>
            </a:fld>
            <a:endParaRPr lang="en-US"/>
          </a:p>
        </p:txBody>
      </p:sp>
      <p:sp>
        <p:nvSpPr>
          <p:cNvPr id="5" name="Footer Placeholder 4">
            <a:extLst>
              <a:ext uri="{FF2B5EF4-FFF2-40B4-BE49-F238E27FC236}">
                <a16:creationId xmlns:a16="http://schemas.microsoft.com/office/drawing/2014/main" id="{0A566276-9C03-6FB4-7DF5-BAA9927C21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659696-DF0F-3CBD-12EA-B8E83CE050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C3E7FA-6C53-4CFF-BBDD-2F83BCFF02A8}" type="slidenum">
              <a:rPr lang="en-US" smtClean="0"/>
              <a:t>‹#›</a:t>
            </a:fld>
            <a:endParaRPr lang="en-US"/>
          </a:p>
        </p:txBody>
      </p:sp>
    </p:spTree>
    <p:extLst>
      <p:ext uri="{BB962C8B-B14F-4D97-AF65-F5344CB8AC3E}">
        <p14:creationId xmlns:p14="http://schemas.microsoft.com/office/powerpoint/2010/main" val="2508209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3F656C3-3B14-054F-A691-8195C33D4BD6}"/>
              </a:ext>
            </a:extLst>
          </p:cNvPr>
          <p:cNvSpPr>
            <a:spLocks noGrp="1"/>
          </p:cNvSpPr>
          <p:nvPr>
            <p:ph type="body" sz="quarter" idx="13"/>
          </p:nvPr>
        </p:nvSpPr>
        <p:spPr/>
        <p:txBody>
          <a:bodyPr>
            <a:normAutofit fontScale="77500" lnSpcReduction="20000"/>
          </a:bodyPr>
          <a:lstStyle/>
          <a:p>
            <a:r>
              <a:rPr lang="en-US" dirty="0"/>
              <a:t>Praven Kumar</a:t>
            </a:r>
          </a:p>
        </p:txBody>
      </p:sp>
      <p:sp>
        <p:nvSpPr>
          <p:cNvPr id="7" name="Text Placeholder 6">
            <a:extLst>
              <a:ext uri="{FF2B5EF4-FFF2-40B4-BE49-F238E27FC236}">
                <a16:creationId xmlns:a16="http://schemas.microsoft.com/office/drawing/2014/main" id="{E9C44E7A-5E51-1A4B-B1B6-B993D8E6D049}"/>
              </a:ext>
            </a:extLst>
          </p:cNvPr>
          <p:cNvSpPr>
            <a:spLocks noGrp="1"/>
          </p:cNvSpPr>
          <p:nvPr>
            <p:ph type="body" sz="quarter" idx="15"/>
          </p:nvPr>
        </p:nvSpPr>
        <p:spPr/>
        <p:txBody>
          <a:bodyPr>
            <a:normAutofit lnSpcReduction="10000"/>
          </a:bodyPr>
          <a:lstStyle/>
          <a:p>
            <a:r>
              <a:rPr lang="en-US" dirty="0"/>
              <a:t>Intelligent Territory Alignment</a:t>
            </a:r>
          </a:p>
        </p:txBody>
      </p:sp>
      <p:sp>
        <p:nvSpPr>
          <p:cNvPr id="6" name="Text Placeholder 5">
            <a:extLst>
              <a:ext uri="{FF2B5EF4-FFF2-40B4-BE49-F238E27FC236}">
                <a16:creationId xmlns:a16="http://schemas.microsoft.com/office/drawing/2014/main" id="{6069CF50-4F0F-BC40-9AA9-FD70D96AC2FA}"/>
              </a:ext>
            </a:extLst>
          </p:cNvPr>
          <p:cNvSpPr>
            <a:spLocks noGrp="1"/>
          </p:cNvSpPr>
          <p:nvPr>
            <p:ph type="body" sz="quarter" idx="14"/>
          </p:nvPr>
        </p:nvSpPr>
        <p:spPr/>
        <p:txBody>
          <a:bodyPr/>
          <a:lstStyle/>
          <a:p>
            <a:r>
              <a:rPr lang="en-US" dirty="0"/>
              <a:t>June 2025</a:t>
            </a:r>
          </a:p>
        </p:txBody>
      </p:sp>
    </p:spTree>
    <p:extLst>
      <p:ext uri="{BB962C8B-B14F-4D97-AF65-F5344CB8AC3E}">
        <p14:creationId xmlns:p14="http://schemas.microsoft.com/office/powerpoint/2010/main" val="397108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A77543-C719-97EB-1A8D-851074E0C0F6}"/>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7CB9D2B4-7F15-2DED-C736-BA2D35133C13}"/>
              </a:ext>
            </a:extLst>
          </p:cNvPr>
          <p:cNvSpPr>
            <a:spLocks noGrp="1"/>
          </p:cNvSpPr>
          <p:nvPr>
            <p:ph idx="1"/>
          </p:nvPr>
        </p:nvSpPr>
        <p:spPr>
          <a:xfrm>
            <a:off x="838200" y="1049311"/>
            <a:ext cx="10515600" cy="5127652"/>
          </a:xfrm>
        </p:spPr>
        <p:txBody>
          <a:bodyPr>
            <a:normAutofit fontScale="92500" lnSpcReduction="10000"/>
          </a:bodyPr>
          <a:lstStyle/>
          <a:p>
            <a:pPr marL="0" indent="0">
              <a:buNone/>
            </a:pPr>
            <a:r>
              <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Objective:</a:t>
            </a:r>
          </a:p>
          <a:p>
            <a:pPr marL="0" indent="0" algn="just">
              <a:buNone/>
            </a:pPr>
            <a:r>
              <a:rPr lang="en-US" sz="1800" dirty="0">
                <a:latin typeface="Calibri" panose="020F0502020204030204" pitchFamily="34" charset="0"/>
                <a:ea typeface="Calibri" panose="020F0502020204030204" pitchFamily="34" charset="0"/>
                <a:cs typeface="Calibri" panose="020F0502020204030204" pitchFamily="34" charset="0"/>
              </a:rPr>
              <a:t>Currently, the finance team manually assigns sales representatives to customer locations (Ship-To). Our goal is to automate and optimize this process using advanced algorithms. By leveraging genetic algorithms, we aim to:</a:t>
            </a:r>
          </a:p>
          <a:p>
            <a:pPr lvl="1" algn="just"/>
            <a:r>
              <a:rPr lang="en-US" sz="1600" b="1" dirty="0">
                <a:latin typeface="Calibri" panose="020F0502020204030204" pitchFamily="34" charset="0"/>
                <a:ea typeface="Calibri" panose="020F0502020204030204" pitchFamily="34" charset="0"/>
                <a:cs typeface="Calibri" panose="020F0502020204030204" pitchFamily="34" charset="0"/>
              </a:rPr>
              <a:t>Minimize travel distance </a:t>
            </a:r>
            <a:r>
              <a:rPr lang="en-US" sz="1600" dirty="0">
                <a:latin typeface="Calibri" panose="020F0502020204030204" pitchFamily="34" charset="0"/>
                <a:ea typeface="Calibri" panose="020F0502020204030204" pitchFamily="34" charset="0"/>
                <a:cs typeface="Calibri" panose="020F0502020204030204" pitchFamily="34" charset="0"/>
              </a:rPr>
              <a:t>between sales reps and customers for better efficiency.</a:t>
            </a:r>
          </a:p>
          <a:p>
            <a:pPr lvl="1" algn="just"/>
            <a:r>
              <a:rPr lang="en-US" sz="1600" b="1" dirty="0">
                <a:latin typeface="Calibri" panose="020F0502020204030204" pitchFamily="34" charset="0"/>
                <a:ea typeface="Calibri" panose="020F0502020204030204" pitchFamily="34" charset="0"/>
                <a:cs typeface="Calibri" panose="020F0502020204030204" pitchFamily="34" charset="0"/>
              </a:rPr>
              <a:t>Balance revenue distribution </a:t>
            </a:r>
            <a:r>
              <a:rPr lang="en-US" sz="1600" dirty="0">
                <a:latin typeface="Calibri" panose="020F0502020204030204" pitchFamily="34" charset="0"/>
                <a:ea typeface="Calibri" panose="020F0502020204030204" pitchFamily="34" charset="0"/>
                <a:cs typeface="Calibri" panose="020F0502020204030204" pitchFamily="34" charset="0"/>
              </a:rPr>
              <a:t>across all sales reps to ensure fair workload and performance consistency.</a:t>
            </a:r>
          </a:p>
          <a:p>
            <a:pPr marL="0" indent="0" algn="just">
              <a:buNone/>
            </a:pPr>
            <a:r>
              <a:rPr lang="en-US" sz="1800" dirty="0">
                <a:latin typeface="Calibri" panose="020F0502020204030204" pitchFamily="34" charset="0"/>
                <a:ea typeface="Calibri" panose="020F0502020204030204" pitchFamily="34" charset="0"/>
                <a:cs typeface="Calibri" panose="020F0502020204030204" pitchFamily="34" charset="0"/>
              </a:rPr>
              <a:t>This approach helps create an optimized alignment that improves productivity, reduces travel costs, and supports equitable revenue opportunities for the entire sales team.</a:t>
            </a:r>
          </a:p>
          <a:p>
            <a:pPr marL="0" indent="0">
              <a:buNone/>
            </a:pPr>
            <a:r>
              <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Data summary:</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Ship To level data  -  </a:t>
            </a:r>
          </a:p>
          <a:p>
            <a:pPr lvl="1"/>
            <a:r>
              <a:rPr lang="en-US" sz="1600" dirty="0">
                <a:latin typeface="Calibri" panose="020F0502020204030204" pitchFamily="34" charset="0"/>
                <a:ea typeface="Calibri" panose="020F0502020204030204" pitchFamily="34" charset="0"/>
                <a:cs typeface="Calibri" panose="020F0502020204030204" pitchFamily="34" charset="0"/>
              </a:rPr>
              <a:t>Demographics of customer – Geo location, Name.</a:t>
            </a:r>
          </a:p>
          <a:p>
            <a:pPr lvl="1"/>
            <a:r>
              <a:rPr lang="en-US" sz="1600" dirty="0">
                <a:latin typeface="Calibri" panose="020F0502020204030204" pitchFamily="34" charset="0"/>
                <a:ea typeface="Calibri" panose="020F0502020204030204" pitchFamily="34" charset="0"/>
                <a:cs typeface="Calibri" panose="020F0502020204030204" pitchFamily="34" charset="0"/>
              </a:rPr>
              <a:t>Financial Info -  Revenue/Sales (For 1 year) by Ship To’s.</a:t>
            </a:r>
          </a:p>
          <a:p>
            <a:pPr lvl="1"/>
            <a:r>
              <a:rPr lang="en-US" sz="1600" dirty="0">
                <a:latin typeface="Calibri" panose="020F0502020204030204" pitchFamily="34" charset="0"/>
                <a:ea typeface="Calibri" panose="020F0502020204030204" pitchFamily="34" charset="0"/>
                <a:cs typeface="Calibri" panose="020F0502020204030204" pitchFamily="34" charset="0"/>
              </a:rPr>
              <a:t>Hierarchy Info - Lvl3, Lvl4, Lvl5 associated with Ship To’s.</a:t>
            </a:r>
          </a:p>
          <a:p>
            <a:pPr lvl="1"/>
            <a:r>
              <a:rPr lang="en-US" sz="1600" dirty="0">
                <a:latin typeface="Calibri" panose="020F0502020204030204" pitchFamily="34" charset="0"/>
                <a:ea typeface="Calibri" panose="020F0502020204030204" pitchFamily="34" charset="0"/>
                <a:cs typeface="Calibri" panose="020F0502020204030204" pitchFamily="34" charset="0"/>
              </a:rPr>
              <a:t>Total Rows (</a:t>
            </a:r>
            <a:r>
              <a:rPr lang="en-US" sz="1600" dirty="0">
                <a:solidFill>
                  <a:srgbClr val="FF0000"/>
                </a:solidFill>
                <a:latin typeface="Calibri" panose="020F0502020204030204" pitchFamily="34" charset="0"/>
                <a:ea typeface="Calibri" panose="020F0502020204030204" pitchFamily="34" charset="0"/>
                <a:cs typeface="Calibri" panose="020F0502020204030204" pitchFamily="34" charset="0"/>
              </a:rPr>
              <a:t>SIG – SCSE(Distributor SIG), ANCR, ORSP &amp; SPEC (Product SIG’s)</a:t>
            </a:r>
            <a:r>
              <a:rPr lang="en-US" sz="1600" dirty="0">
                <a:latin typeface="Calibri" panose="020F0502020204030204" pitchFamily="34" charset="0"/>
                <a:ea typeface="Calibri" panose="020F0502020204030204" pitchFamily="34" charset="0"/>
                <a:cs typeface="Calibri" panose="020F0502020204030204" pitchFamily="34" charset="0"/>
              </a:rPr>
              <a:t>) – 46K (Each row is Ship To level data).</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Sales rep information – </a:t>
            </a:r>
          </a:p>
          <a:p>
            <a:pPr lvl="1"/>
            <a:r>
              <a:rPr lang="en-US" sz="1600" dirty="0">
                <a:latin typeface="Calibri" panose="020F0502020204030204" pitchFamily="34" charset="0"/>
                <a:ea typeface="Calibri" panose="020F0502020204030204" pitchFamily="34" charset="0"/>
                <a:cs typeface="Calibri" panose="020F0502020204030204" pitchFamily="34" charset="0"/>
              </a:rPr>
              <a:t>Demographics of sales rep -  Geo location, Name, ID.</a:t>
            </a:r>
          </a:p>
          <a:p>
            <a:pPr lvl="1"/>
            <a:r>
              <a:rPr lang="en-US" sz="1600" dirty="0">
                <a:latin typeface="Calibri" panose="020F0502020204030204" pitchFamily="34" charset="0"/>
                <a:ea typeface="Calibri" panose="020F0502020204030204" pitchFamily="34" charset="0"/>
                <a:cs typeface="Calibri" panose="020F0502020204030204" pitchFamily="34" charset="0"/>
              </a:rPr>
              <a:t>Hierarchy Info - Lvl3 &amp; Lvl4 associated with sales rep (Lvl5).</a:t>
            </a:r>
          </a:p>
          <a:p>
            <a:pPr lvl="1"/>
            <a:r>
              <a:rPr lang="en-US" sz="1600" dirty="0">
                <a:latin typeface="Calibri" panose="020F0502020204030204" pitchFamily="34" charset="0"/>
                <a:ea typeface="Calibri" panose="020F0502020204030204" pitchFamily="34" charset="0"/>
                <a:cs typeface="Calibri" panose="020F0502020204030204" pitchFamily="34" charset="0"/>
              </a:rPr>
              <a:t>Total Rows (</a:t>
            </a:r>
            <a:r>
              <a:rPr lang="en-US" sz="1600" dirty="0">
                <a:solidFill>
                  <a:srgbClr val="FF0000"/>
                </a:solidFill>
                <a:latin typeface="Calibri" panose="020F0502020204030204" pitchFamily="34" charset="0"/>
                <a:ea typeface="Calibri" panose="020F0502020204030204" pitchFamily="34" charset="0"/>
                <a:cs typeface="Calibri" panose="020F0502020204030204" pitchFamily="34" charset="0"/>
              </a:rPr>
              <a:t>SIG – SCSE(Distributor SIG), ANCR, ORSP &amp; SPEC (Product SIG’s)</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a:latin typeface="Calibri" panose="020F0502020204030204" pitchFamily="34" charset="0"/>
                <a:ea typeface="Calibri" panose="020F0502020204030204" pitchFamily="34" charset="0"/>
                <a:cs typeface="Calibri" panose="020F0502020204030204" pitchFamily="34" charset="0"/>
              </a:rPr>
              <a:t>– 350 (</a:t>
            </a:r>
            <a:r>
              <a:rPr lang="en-US" sz="1600" dirty="0">
                <a:latin typeface="Calibri" panose="020F0502020204030204" pitchFamily="34" charset="0"/>
                <a:ea typeface="Calibri" panose="020F0502020204030204" pitchFamily="34" charset="0"/>
                <a:cs typeface="Calibri" panose="020F0502020204030204" pitchFamily="34" charset="0"/>
              </a:rPr>
              <a:t>Each row is sales rep data).</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9532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23004-2383-A6B2-E8F7-29EDBFEC82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F37AE1-5141-2B98-DCC5-22C68CE781CD}"/>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D8A2BBEC-A1B4-7CBD-A75F-CEE1734E9A40}"/>
              </a:ext>
            </a:extLst>
          </p:cNvPr>
          <p:cNvSpPr>
            <a:spLocks noGrp="1"/>
          </p:cNvSpPr>
          <p:nvPr>
            <p:ph idx="1"/>
          </p:nvPr>
        </p:nvSpPr>
        <p:spPr>
          <a:xfrm>
            <a:off x="838200" y="1049311"/>
            <a:ext cx="10515600" cy="5127652"/>
          </a:xfrm>
        </p:spPr>
        <p:txBody>
          <a:bodyPr>
            <a:normAutofit/>
          </a:bodyPr>
          <a:lstStyle/>
          <a:p>
            <a:pPr marL="0" indent="0">
              <a:buNone/>
            </a:pPr>
            <a:r>
              <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Genetic algorithm – an overview:</a:t>
            </a:r>
          </a:p>
          <a:p>
            <a:pPr algn="just" fontAlgn="base"/>
            <a:r>
              <a:rPr lang="en-US" sz="1800" b="1" dirty="0">
                <a:highlight>
                  <a:srgbClr val="FFFFFF"/>
                </a:highlight>
                <a:latin typeface="Calibri" panose="020F0502020204030204" pitchFamily="34" charset="0"/>
                <a:ea typeface="Calibri" panose="020F0502020204030204" pitchFamily="34" charset="0"/>
                <a:cs typeface="Calibri" panose="020F0502020204030204" pitchFamily="34" charset="0"/>
              </a:rPr>
              <a:t>Gene List -  </a:t>
            </a:r>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Before generating a gene list, first we assign a unique identity number for each sales rep and thus for all 61, ranging from 0-60. </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In total we have 10K Ship To level data and for each Ship To (customer) a sales rep is assigned by the finance team and for this sales rep the respective unique identity is used. Now for 10K Ship To’s we have an initial array of sales rep allocation of length 10K which is our gene list.</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We optimize/reshuffle this manual alignment of sales reps (gene list) across all Ship To’s in iterations so that we can reduce the distance of travel and try to achieve balanced revenue share by reducing the St. Deviation of revenue across sales reps.</a:t>
            </a:r>
          </a:p>
          <a:p>
            <a:pPr algn="just" fontAlgn="base"/>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fontAlgn="base"/>
            <a:r>
              <a:rPr lang="en-US" sz="1800" b="1"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Genetic algorithm simulate the process of natural selection.</a:t>
            </a:r>
            <a:r>
              <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W</a:t>
            </a:r>
            <a:r>
              <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hich means those genes that can adapt to changes in their environment can survive and reproduce and go to the next generation.</a:t>
            </a:r>
          </a:p>
          <a:p>
            <a:pPr algn="just" fontAlgn="base"/>
            <a:r>
              <a:rPr lang="en-US" sz="1800" b="1"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Each generation consists of a population of individuals/genes</a:t>
            </a:r>
            <a:r>
              <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and every individual represents a point in search space and possible solution. </a:t>
            </a:r>
          </a:p>
          <a:p>
            <a:pPr algn="just" fontAlgn="base"/>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1822BE1-1CE4-5E56-62B8-437E810BF0EF}"/>
              </a:ext>
            </a:extLst>
          </p:cNvPr>
          <p:cNvPicPr>
            <a:picLocks noChangeAspect="1"/>
          </p:cNvPicPr>
          <p:nvPr/>
        </p:nvPicPr>
        <p:blipFill>
          <a:blip r:embed="rId2"/>
          <a:stretch>
            <a:fillRect/>
          </a:stretch>
        </p:blipFill>
        <p:spPr>
          <a:xfrm>
            <a:off x="838200" y="3881413"/>
            <a:ext cx="10583752" cy="743054"/>
          </a:xfrm>
          <a:prstGeom prst="rect">
            <a:avLst/>
          </a:prstGeom>
          <a:ln>
            <a:solidFill>
              <a:schemeClr val="tx1"/>
            </a:solidFill>
          </a:ln>
        </p:spPr>
      </p:pic>
    </p:spTree>
    <p:extLst>
      <p:ext uri="{BB962C8B-B14F-4D97-AF65-F5344CB8AC3E}">
        <p14:creationId xmlns:p14="http://schemas.microsoft.com/office/powerpoint/2010/main" val="2390005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0CE4-F4C7-14EA-2B76-3D3FADBF58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7A9823-EB08-E254-0BA9-B329E2C27254}"/>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476A77F1-2464-8DC2-9751-CDF495AF8DA8}"/>
              </a:ext>
            </a:extLst>
          </p:cNvPr>
          <p:cNvSpPr>
            <a:spLocks noGrp="1"/>
          </p:cNvSpPr>
          <p:nvPr>
            <p:ph idx="1"/>
          </p:nvPr>
        </p:nvSpPr>
        <p:spPr>
          <a:xfrm>
            <a:off x="838200" y="1049311"/>
            <a:ext cx="10515600" cy="5127652"/>
          </a:xfrm>
        </p:spPr>
        <p:txBody>
          <a:bodyPr>
            <a:normAutofit/>
          </a:bodyPr>
          <a:lstStyle/>
          <a:p>
            <a:pPr marL="0" indent="0" algn="just" fontAlgn="base">
              <a:buNone/>
            </a:pPr>
            <a:r>
              <a:rPr lang="en-US" sz="2200" b="1" u="sng" dirty="0">
                <a:solidFill>
                  <a:srgbClr val="FF0000"/>
                </a:solidFill>
                <a:highlight>
                  <a:srgbClr val="FFFFFF"/>
                </a:highlight>
                <a:latin typeface="Calibri" panose="020F0502020204030204" pitchFamily="34" charset="0"/>
                <a:ea typeface="Calibri" panose="020F0502020204030204" pitchFamily="34" charset="0"/>
                <a:cs typeface="Calibri" panose="020F0502020204030204" pitchFamily="34" charset="0"/>
              </a:rPr>
              <a:t>Components of genetic algorithm:</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Fitness score</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Selection</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Crossover</a:t>
            </a: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Mutation</a:t>
            </a:r>
            <a:endParaRPr lang="en-US" sz="1800" b="1" u="sng" dirty="0">
              <a:solidFill>
                <a:srgbClr val="FF000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r>
              <a:rPr lang="en-US" sz="2200" b="1" u="sng" dirty="0">
                <a:solidFill>
                  <a:srgbClr val="FF0000"/>
                </a:solidFill>
                <a:highlight>
                  <a:srgbClr val="FFFFFF"/>
                </a:highlight>
                <a:latin typeface="Calibri" panose="020F0502020204030204" pitchFamily="34" charset="0"/>
                <a:ea typeface="Calibri" panose="020F0502020204030204" pitchFamily="34" charset="0"/>
                <a:cs typeface="Calibri" panose="020F0502020204030204" pitchFamily="34" charset="0"/>
              </a:rPr>
              <a:t>Fitness score</a:t>
            </a:r>
            <a:r>
              <a:rPr lang="en-US" sz="2200" b="1" i="0" u="sng" dirty="0">
                <a:solidFill>
                  <a:srgbClr val="FF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endParaRPr lang="en-US" sz="2200" b="1" u="sng" dirty="0">
              <a:solidFill>
                <a:srgbClr val="FF000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fontAlgn="base"/>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Fitness score is given to each gene list based on distance of travel and St. Deviation of revenue across sales reps.</a:t>
            </a:r>
          </a:p>
          <a:p>
            <a:pPr algn="l" rtl="0" fontAlgn="base"/>
            <a:r>
              <a:rPr lang="en-US" sz="1800" b="1" i="0" u="sng"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Formula used:</a:t>
            </a:r>
          </a:p>
          <a:p>
            <a:pPr marL="0" indent="0" algn="just">
              <a:spcBef>
                <a:spcPts val="0"/>
              </a:spcBef>
              <a:buNone/>
            </a:pP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Revenue St. Deviation = </a:t>
            </a:r>
            <a:r>
              <a:rPr lang="en-US" sz="1800" dirty="0">
                <a:latin typeface="Calibri" panose="020F0502020204030204" pitchFamily="34" charset="0"/>
                <a:ea typeface="Calibri" panose="020F0502020204030204" pitchFamily="34" charset="0"/>
                <a:cs typeface="Calibri" panose="020F0502020204030204" pitchFamily="34" charset="0"/>
              </a:rPr>
              <a:t>- (St. Deviation(Revenue distribution across sales reps)/1000)</a:t>
            </a:r>
          </a:p>
          <a:p>
            <a:pPr marL="0" indent="0" algn="just">
              <a:spcBef>
                <a:spcPts val="0"/>
              </a:spcBef>
              <a:buNone/>
            </a:pPr>
            <a:r>
              <a:rPr lang="en-US" sz="1800" b="1" dirty="0">
                <a:latin typeface="Calibri" panose="020F0502020204030204" pitchFamily="34" charset="0"/>
                <a:ea typeface="Calibri" panose="020F0502020204030204" pitchFamily="34" charset="0"/>
                <a:cs typeface="Calibri" panose="020F0502020204030204" pitchFamily="34" charset="0"/>
              </a:rPr>
              <a:t>	Average distance = </a:t>
            </a:r>
            <a:r>
              <a:rPr lang="en-US" sz="1800" dirty="0">
                <a:latin typeface="Calibri" panose="020F0502020204030204" pitchFamily="34" charset="0"/>
                <a:ea typeface="Calibri" panose="020F0502020204030204" pitchFamily="34" charset="0"/>
                <a:cs typeface="Calibri" panose="020F0502020204030204" pitchFamily="34" charset="0"/>
              </a:rPr>
              <a:t>- (Average(Total distance traveled (rep to customer) across sales reps))*1000 </a:t>
            </a:r>
          </a:p>
          <a:p>
            <a:pPr marL="0" indent="0" algn="just">
              <a:spcBef>
                <a:spcPts val="0"/>
              </a:spcBef>
              <a:buNone/>
            </a:pPr>
            <a:r>
              <a:rPr lang="en-US" sz="1800" b="1" dirty="0">
                <a:latin typeface="Calibri" panose="020F0502020204030204" pitchFamily="34" charset="0"/>
                <a:ea typeface="Calibri" panose="020F0502020204030204" pitchFamily="34" charset="0"/>
                <a:cs typeface="Calibri" panose="020F0502020204030204" pitchFamily="34" charset="0"/>
              </a:rPr>
              <a:t>	Total error = </a:t>
            </a:r>
            <a:r>
              <a:rPr lang="en-US" sz="1800" dirty="0">
                <a:latin typeface="Calibri" panose="020F0502020204030204" pitchFamily="34" charset="0"/>
                <a:ea typeface="Calibri" panose="020F0502020204030204" pitchFamily="34" charset="0"/>
                <a:cs typeface="Calibri" panose="020F0502020204030204" pitchFamily="34" charset="0"/>
              </a:rPr>
              <a:t>- Revenue St. Deviation - Average distance - VP error</a:t>
            </a:r>
          </a:p>
          <a:p>
            <a:pPr marL="0" indent="0" algn="just">
              <a:spcBef>
                <a:spcPts val="0"/>
              </a:spcBef>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a:spcBef>
                <a:spcPts val="0"/>
              </a:spcBef>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163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E9EB-C20B-744B-CB5C-1E904E0D6D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F8B3B2-943B-967F-64BF-B95EB16EE70B}"/>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87B7888F-E976-53E4-388C-A8474C3A980C}"/>
              </a:ext>
            </a:extLst>
          </p:cNvPr>
          <p:cNvSpPr>
            <a:spLocks noGrp="1"/>
          </p:cNvSpPr>
          <p:nvPr>
            <p:ph idx="1"/>
          </p:nvPr>
        </p:nvSpPr>
        <p:spPr>
          <a:xfrm>
            <a:off x="838200" y="869430"/>
            <a:ext cx="10515600" cy="5576343"/>
          </a:xfrm>
        </p:spPr>
        <p:txBody>
          <a:bodyPr>
            <a:normAutofit/>
          </a:bodyPr>
          <a:lstStyle/>
          <a:p>
            <a:pPr marL="0" indent="0" fontAlgn="base">
              <a:lnSpc>
                <a:spcPct val="100000"/>
              </a:lnSpc>
              <a:buNone/>
            </a:pPr>
            <a:r>
              <a:rPr lang="en-US" sz="2200" b="1" i="0" u="sng" dirty="0">
                <a:solidFill>
                  <a:srgbClr val="FF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Selection operator:</a:t>
            </a:r>
            <a:r>
              <a:rPr lang="en-US" sz="2200" b="0" i="0" u="sng" dirty="0">
                <a:solidFill>
                  <a:srgbClr val="FF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p>
          <a:p>
            <a:pPr fontAlgn="base">
              <a:lnSpc>
                <a:spcPct val="100000"/>
              </a:lnSpc>
            </a:pPr>
            <a:r>
              <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rPr>
              <a:t>To </a:t>
            </a:r>
            <a:r>
              <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give preference to the individuals with good fitness scores and allow them to pass their genes to successive generations.</a:t>
            </a:r>
            <a:endParaRPr lang="en-US" sz="1800" b="1" u="sng" dirty="0">
              <a:latin typeface="Calibri" panose="020F0502020204030204" pitchFamily="34" charset="0"/>
              <a:ea typeface="Calibri" panose="020F0502020204030204" pitchFamily="34" charset="0"/>
              <a:cs typeface="Calibri" panose="020F0502020204030204" pitchFamily="34" charset="0"/>
            </a:endParaRPr>
          </a:p>
          <a:p>
            <a:pPr fontAlgn="base">
              <a:lnSpc>
                <a:spcPct val="100000"/>
              </a:lnSpc>
            </a:pPr>
            <a:r>
              <a:rPr lang="en-US" sz="1800" b="1" u="sng" dirty="0">
                <a:latin typeface="Calibri" panose="020F0502020204030204" pitchFamily="34" charset="0"/>
                <a:ea typeface="Calibri" panose="020F0502020204030204" pitchFamily="34" charset="0"/>
                <a:cs typeface="Calibri" panose="020F0502020204030204" pitchFamily="34" charset="0"/>
              </a:rPr>
              <a:t>Stochastic universal sampling (SUS):</a:t>
            </a:r>
          </a:p>
          <a:p>
            <a:r>
              <a:rPr lang="en-US" sz="1800" dirty="0">
                <a:latin typeface="Calibri" panose="020F0502020204030204" pitchFamily="34" charset="0"/>
                <a:ea typeface="Calibri" panose="020F0502020204030204" pitchFamily="34" charset="0"/>
                <a:cs typeface="Calibri" panose="020F0502020204030204" pitchFamily="34" charset="0"/>
              </a:rPr>
              <a:t>There are two fixed points.</a:t>
            </a:r>
          </a:p>
          <a:p>
            <a:r>
              <a:rPr lang="en-US" sz="1800" dirty="0">
                <a:latin typeface="Calibri" panose="020F0502020204030204" pitchFamily="34" charset="0"/>
                <a:ea typeface="Calibri" panose="020F0502020204030204" pitchFamily="34" charset="0"/>
                <a:cs typeface="Calibri" panose="020F0502020204030204" pitchFamily="34" charset="0"/>
              </a:rPr>
              <a:t>All the individuals/parents are chosen in just one spin of the wheel; this setup encourages the highly fit individuals to be chosen at least once.</a:t>
            </a:r>
          </a:p>
          <a:p>
            <a:pPr marL="0" indent="0" fontAlgn="base">
              <a:lnSpc>
                <a:spcPct val="100000"/>
              </a:lnSpc>
              <a:buNone/>
            </a:pPr>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a:spcBef>
                <a:spcPts val="0"/>
              </a:spcBef>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180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A pie chart with different colored circles&#10;&#10;Description automatically generated">
            <a:extLst>
              <a:ext uri="{FF2B5EF4-FFF2-40B4-BE49-F238E27FC236}">
                <a16:creationId xmlns:a16="http://schemas.microsoft.com/office/drawing/2014/main" id="{A2E46510-A3A1-3C20-44AF-CBC758980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3162" y="3303527"/>
            <a:ext cx="6370818" cy="3142246"/>
          </a:xfrm>
          <a:prstGeom prst="rect">
            <a:avLst/>
          </a:prstGeom>
        </p:spPr>
      </p:pic>
    </p:spTree>
    <p:extLst>
      <p:ext uri="{BB962C8B-B14F-4D97-AF65-F5344CB8AC3E}">
        <p14:creationId xmlns:p14="http://schemas.microsoft.com/office/powerpoint/2010/main" val="1630326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7A80-EA7B-F35B-84B8-4CA71C4787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9131FD-69DD-3FC7-8C22-1778F8D94EB3}"/>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3459AF6E-B651-67ED-CBEE-97C85B017902}"/>
              </a:ext>
            </a:extLst>
          </p:cNvPr>
          <p:cNvSpPr>
            <a:spLocks noGrp="1"/>
          </p:cNvSpPr>
          <p:nvPr>
            <p:ph idx="1"/>
          </p:nvPr>
        </p:nvSpPr>
        <p:spPr>
          <a:xfrm>
            <a:off x="838200" y="1049311"/>
            <a:ext cx="10515600" cy="5127652"/>
          </a:xfrm>
        </p:spPr>
        <p:txBody>
          <a:bodyPr numCol="1">
            <a:normAutofit fontScale="92500" lnSpcReduction="20000"/>
          </a:bodyPr>
          <a:lstStyle/>
          <a:p>
            <a:pPr marL="0" indent="0" algn="l" rtl="0" fontAlgn="base">
              <a:lnSpc>
                <a:spcPct val="100000"/>
              </a:lnSpc>
              <a:buNone/>
            </a:pPr>
            <a:r>
              <a:rPr lang="en-US" sz="2400" b="1" i="0" u="sng" dirty="0">
                <a:solidFill>
                  <a:srgbClr val="FF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Crossover operator: </a:t>
            </a:r>
          </a:p>
          <a:p>
            <a:pPr fontAlgn="base">
              <a:lnSpc>
                <a:spcPct val="100000"/>
              </a:lnSpc>
            </a:pPr>
            <a:r>
              <a:rPr lang="en-US" sz="19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Represents mating between individuals. Two individuals are selected using selection operator and crossover sites are chosen randomly. Then the genes at these crossover sites are exchanged thus creating a completely new individual (offspring).</a:t>
            </a:r>
          </a:p>
          <a:p>
            <a:pPr marL="0" indent="0" fontAlgn="base">
              <a:lnSpc>
                <a:spcPct val="100000"/>
              </a:lnSpc>
              <a:buNone/>
            </a:pPr>
            <a:endParaRPr lang="en-US" sz="2200" b="1" u="sng"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2200" b="1" u="sng"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r>
              <a:rPr lang="en-US" sz="2400" b="1" u="sng"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Mutation:</a:t>
            </a:r>
          </a:p>
          <a:p>
            <a:pPr fontAlgn="base">
              <a:lnSpc>
                <a:spcPct val="100000"/>
              </a:lnSpc>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Mutation may be defined as a small random tweak in the gene list, to get a new solution. It is used to maintain and introduce diversity in the genetic population.</a:t>
            </a:r>
          </a:p>
          <a:p>
            <a:pPr marL="0" indent="0" fontAlgn="base">
              <a:lnSpc>
                <a:spcPct val="100000"/>
              </a:lnSpc>
              <a:buNone/>
            </a:pPr>
            <a:endPar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r>
              <a:rPr lang="en-US" sz="2400" b="1" u="sng" dirty="0">
                <a:solidFill>
                  <a:srgbClr val="FF0000"/>
                </a:solidFill>
                <a:latin typeface="Calibri" panose="020F0502020204030204" pitchFamily="34" charset="0"/>
                <a:ea typeface="Calibri" panose="020F0502020204030204" pitchFamily="34" charset="0"/>
                <a:cs typeface="Calibri" panose="020F0502020204030204" pitchFamily="34" charset="0"/>
              </a:rPr>
              <a:t>Algorithm run time:</a:t>
            </a:r>
          </a:p>
          <a:p>
            <a:pPr fontAlgn="base">
              <a:lnSpc>
                <a:spcPct val="100000"/>
              </a:lnSpc>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The average time taken to produce best optimized distributor rep (Level 5) allocation for 10K Ship To level data is 4 business days.</a:t>
            </a:r>
            <a:endPar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22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buNone/>
            </a:pPr>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0" indent="0" fontAlgn="base">
              <a:buNone/>
            </a:pPr>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base"/>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F1D61DE5-C207-F512-3733-8E721E2B4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0959" y="4262493"/>
            <a:ext cx="5998611" cy="558499"/>
          </a:xfrm>
          <a:prstGeom prst="rect">
            <a:avLst/>
          </a:prstGeom>
        </p:spPr>
      </p:pic>
      <p:pic>
        <p:nvPicPr>
          <p:cNvPr id="3" name="Picture 2" descr="A black arrow pointing to the left&#10;&#10;Description automatically generated">
            <a:extLst>
              <a:ext uri="{FF2B5EF4-FFF2-40B4-BE49-F238E27FC236}">
                <a16:creationId xmlns:a16="http://schemas.microsoft.com/office/drawing/2014/main" id="{64E8F608-49D7-343B-44C7-68745B960E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0959" y="2313105"/>
            <a:ext cx="5998611" cy="874904"/>
          </a:xfrm>
          <a:prstGeom prst="rect">
            <a:avLst/>
          </a:prstGeom>
        </p:spPr>
      </p:pic>
    </p:spTree>
    <p:extLst>
      <p:ext uri="{BB962C8B-B14F-4D97-AF65-F5344CB8AC3E}">
        <p14:creationId xmlns:p14="http://schemas.microsoft.com/office/powerpoint/2010/main" val="3502374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00D2-3E8B-75F9-E90D-EFB2145AC297}"/>
            </a:ext>
          </a:extLst>
        </p:cNvPr>
        <p:cNvGrpSpPr/>
        <p:nvPr/>
      </p:nvGrpSpPr>
      <p:grpSpPr>
        <a:xfrm>
          <a:off x="0" y="0"/>
          <a:ext cx="0" cy="0"/>
          <a:chOff x="0" y="0"/>
          <a:chExt cx="0" cy="0"/>
        </a:xfrm>
      </p:grpSpPr>
      <p:sp>
        <p:nvSpPr>
          <p:cNvPr id="36" name="Text Placeholder 35">
            <a:extLst>
              <a:ext uri="{FF2B5EF4-FFF2-40B4-BE49-F238E27FC236}">
                <a16:creationId xmlns:a16="http://schemas.microsoft.com/office/drawing/2014/main" id="{11EA9B70-078B-6753-AE94-3E2B595D625C}"/>
              </a:ext>
            </a:extLst>
          </p:cNvPr>
          <p:cNvSpPr>
            <a:spLocks noGrp="1"/>
          </p:cNvSpPr>
          <p:nvPr>
            <p:ph type="body" sz="quarter" idx="19"/>
          </p:nvPr>
        </p:nvSpPr>
        <p:spPr/>
        <p:txBody>
          <a:bodyPr/>
          <a:lstStyle/>
          <a:p>
            <a:r>
              <a:rPr lang="en-US" dirty="0"/>
              <a:t>SCSE</a:t>
            </a:r>
          </a:p>
        </p:txBody>
      </p:sp>
      <p:sp>
        <p:nvSpPr>
          <p:cNvPr id="37" name="Text Placeholder 36">
            <a:extLst>
              <a:ext uri="{FF2B5EF4-FFF2-40B4-BE49-F238E27FC236}">
                <a16:creationId xmlns:a16="http://schemas.microsoft.com/office/drawing/2014/main" id="{925000EA-593C-0936-7EF1-373DC5997D85}"/>
              </a:ext>
            </a:extLst>
          </p:cNvPr>
          <p:cNvSpPr>
            <a:spLocks noGrp="1"/>
          </p:cNvSpPr>
          <p:nvPr>
            <p:ph type="body" sz="quarter" idx="20"/>
          </p:nvPr>
        </p:nvSpPr>
        <p:spPr>
          <a:xfrm>
            <a:off x="636272" y="3327905"/>
            <a:ext cx="2572950" cy="2889250"/>
          </a:xfrm>
        </p:spPr>
        <p:txBody>
          <a:bodyPr/>
          <a:lstStyle/>
          <a:p>
            <a:r>
              <a:rPr lang="en-US" dirty="0"/>
              <a:t>328 customers realigned</a:t>
            </a:r>
          </a:p>
          <a:p>
            <a:r>
              <a:rPr lang="en-US" dirty="0"/>
              <a:t>40.01k miles reduced</a:t>
            </a:r>
          </a:p>
          <a:p>
            <a:r>
              <a:rPr lang="en-US" dirty="0"/>
              <a:t>Avg 21% Revenue    Std. Deviation % Difference across all VPs.</a:t>
            </a:r>
          </a:p>
        </p:txBody>
      </p:sp>
      <p:sp>
        <p:nvSpPr>
          <p:cNvPr id="34" name="Text Placeholder 33">
            <a:extLst>
              <a:ext uri="{FF2B5EF4-FFF2-40B4-BE49-F238E27FC236}">
                <a16:creationId xmlns:a16="http://schemas.microsoft.com/office/drawing/2014/main" id="{5B6645DC-7165-3311-B389-9D9CD1D153AC}"/>
              </a:ext>
            </a:extLst>
          </p:cNvPr>
          <p:cNvSpPr>
            <a:spLocks noGrp="1"/>
          </p:cNvSpPr>
          <p:nvPr>
            <p:ph type="body" sz="quarter" idx="15"/>
          </p:nvPr>
        </p:nvSpPr>
        <p:spPr>
          <a:xfrm>
            <a:off x="3209221" y="2582796"/>
            <a:ext cx="2932804" cy="726993"/>
          </a:xfrm>
        </p:spPr>
        <p:txBody>
          <a:bodyPr/>
          <a:lstStyle/>
          <a:p>
            <a:r>
              <a:rPr lang="en-US" dirty="0"/>
              <a:t>ANCR</a:t>
            </a:r>
          </a:p>
        </p:txBody>
      </p:sp>
      <p:sp>
        <p:nvSpPr>
          <p:cNvPr id="35" name="Text Placeholder 34">
            <a:extLst>
              <a:ext uri="{FF2B5EF4-FFF2-40B4-BE49-F238E27FC236}">
                <a16:creationId xmlns:a16="http://schemas.microsoft.com/office/drawing/2014/main" id="{DBB39B99-DF6B-152E-D611-E34900CC1840}"/>
              </a:ext>
            </a:extLst>
          </p:cNvPr>
          <p:cNvSpPr>
            <a:spLocks noGrp="1"/>
          </p:cNvSpPr>
          <p:nvPr>
            <p:ph type="body" sz="quarter" idx="16"/>
          </p:nvPr>
        </p:nvSpPr>
        <p:spPr>
          <a:xfrm>
            <a:off x="3209221" y="3327905"/>
            <a:ext cx="2465167" cy="2889250"/>
          </a:xfrm>
        </p:spPr>
        <p:txBody>
          <a:bodyPr/>
          <a:lstStyle/>
          <a:p>
            <a:r>
              <a:rPr lang="en-US" dirty="0"/>
              <a:t>394 customers realigned</a:t>
            </a:r>
          </a:p>
          <a:p>
            <a:r>
              <a:rPr lang="en-US" dirty="0"/>
              <a:t>258.63k miles reduced</a:t>
            </a:r>
          </a:p>
          <a:p>
            <a:r>
              <a:rPr lang="en-US" dirty="0"/>
              <a:t>Avg 0.48% Revenue    Std. Deviation % Difference across all VPs.</a:t>
            </a:r>
          </a:p>
        </p:txBody>
      </p:sp>
      <p:sp>
        <p:nvSpPr>
          <p:cNvPr id="38" name="Text Placeholder 37">
            <a:extLst>
              <a:ext uri="{FF2B5EF4-FFF2-40B4-BE49-F238E27FC236}">
                <a16:creationId xmlns:a16="http://schemas.microsoft.com/office/drawing/2014/main" id="{943A661D-478E-F5B8-F8F9-B4C0417C8446}"/>
              </a:ext>
            </a:extLst>
          </p:cNvPr>
          <p:cNvSpPr>
            <a:spLocks noGrp="1"/>
          </p:cNvSpPr>
          <p:nvPr>
            <p:ph type="body" sz="quarter" idx="21"/>
          </p:nvPr>
        </p:nvSpPr>
        <p:spPr>
          <a:xfrm>
            <a:off x="5573384" y="2569168"/>
            <a:ext cx="2041620" cy="726993"/>
          </a:xfrm>
        </p:spPr>
        <p:txBody>
          <a:bodyPr/>
          <a:lstStyle/>
          <a:p>
            <a:r>
              <a:rPr lang="en-US" dirty="0"/>
              <a:t>ORSP</a:t>
            </a:r>
          </a:p>
        </p:txBody>
      </p:sp>
      <p:sp>
        <p:nvSpPr>
          <p:cNvPr id="39" name="Text Placeholder 38">
            <a:extLst>
              <a:ext uri="{FF2B5EF4-FFF2-40B4-BE49-F238E27FC236}">
                <a16:creationId xmlns:a16="http://schemas.microsoft.com/office/drawing/2014/main" id="{9E6E1D59-47A8-C903-4C53-BD5358356416}"/>
              </a:ext>
            </a:extLst>
          </p:cNvPr>
          <p:cNvSpPr>
            <a:spLocks noGrp="1"/>
          </p:cNvSpPr>
          <p:nvPr>
            <p:ph type="body" sz="quarter" idx="22"/>
          </p:nvPr>
        </p:nvSpPr>
        <p:spPr>
          <a:xfrm>
            <a:off x="5603364" y="3327905"/>
            <a:ext cx="2472639" cy="2889250"/>
          </a:xfrm>
        </p:spPr>
        <p:txBody>
          <a:bodyPr/>
          <a:lstStyle/>
          <a:p>
            <a:r>
              <a:rPr lang="en-US" dirty="0"/>
              <a:t>344 customers realigned</a:t>
            </a:r>
          </a:p>
          <a:p>
            <a:r>
              <a:rPr lang="en-US" dirty="0"/>
              <a:t>20.k miles reduced</a:t>
            </a:r>
          </a:p>
          <a:p>
            <a:r>
              <a:rPr lang="en-US" dirty="0"/>
              <a:t>Avg 5.15% Revenue    Std. Deviation % Difference across all VPs.</a:t>
            </a:r>
          </a:p>
        </p:txBody>
      </p:sp>
      <p:sp>
        <p:nvSpPr>
          <p:cNvPr id="32" name="Text Placeholder 31">
            <a:extLst>
              <a:ext uri="{FF2B5EF4-FFF2-40B4-BE49-F238E27FC236}">
                <a16:creationId xmlns:a16="http://schemas.microsoft.com/office/drawing/2014/main" id="{FC2F7A3A-657A-4A4C-7FA8-2CA426273EB5}"/>
              </a:ext>
            </a:extLst>
          </p:cNvPr>
          <p:cNvSpPr>
            <a:spLocks noGrp="1"/>
          </p:cNvSpPr>
          <p:nvPr>
            <p:ph type="body" sz="quarter" idx="11"/>
          </p:nvPr>
        </p:nvSpPr>
        <p:spPr>
          <a:xfrm>
            <a:off x="626976" y="527515"/>
            <a:ext cx="10694166" cy="972526"/>
          </a:xfrm>
        </p:spPr>
        <p:txBody>
          <a:bodyPr>
            <a:normAutofit fontScale="85000" lnSpcReduction="20000"/>
          </a:bodyPr>
          <a:lstStyle/>
          <a:p>
            <a:r>
              <a:rPr lang="en-US" dirty="0">
                <a:solidFill>
                  <a:srgbClr val="FF0000"/>
                </a:solidFill>
              </a:rPr>
              <a:t>Model findings – June 2025 – </a:t>
            </a:r>
          </a:p>
          <a:p>
            <a:r>
              <a:rPr lang="en-US" dirty="0">
                <a:solidFill>
                  <a:srgbClr val="FF0000"/>
                </a:solidFill>
              </a:rPr>
              <a:t>(Both distributor and product SIG)</a:t>
            </a:r>
          </a:p>
        </p:txBody>
      </p:sp>
      <p:sp>
        <p:nvSpPr>
          <p:cNvPr id="33" name="Text Placeholder 32">
            <a:extLst>
              <a:ext uri="{FF2B5EF4-FFF2-40B4-BE49-F238E27FC236}">
                <a16:creationId xmlns:a16="http://schemas.microsoft.com/office/drawing/2014/main" id="{A9DF0F3B-DF23-EE70-B637-D3254F00CD52}"/>
              </a:ext>
            </a:extLst>
          </p:cNvPr>
          <p:cNvSpPr>
            <a:spLocks noGrp="1"/>
          </p:cNvSpPr>
          <p:nvPr>
            <p:ph type="body" sz="quarter" idx="12"/>
          </p:nvPr>
        </p:nvSpPr>
        <p:spPr>
          <a:xfrm>
            <a:off x="627414" y="1852822"/>
            <a:ext cx="10693728" cy="277260"/>
          </a:xfrm>
        </p:spPr>
        <p:txBody>
          <a:bodyPr>
            <a:noAutofit/>
          </a:bodyPr>
          <a:lstStyle/>
          <a:p>
            <a:r>
              <a:rPr lang="en-US" sz="1800" dirty="0"/>
              <a:t>At the VP level, the count of customers and revenue distribution did not change, but did on the Sales Rep level</a:t>
            </a:r>
          </a:p>
        </p:txBody>
      </p:sp>
      <p:sp>
        <p:nvSpPr>
          <p:cNvPr id="2" name="Text Placeholder 34">
            <a:extLst>
              <a:ext uri="{FF2B5EF4-FFF2-40B4-BE49-F238E27FC236}">
                <a16:creationId xmlns:a16="http://schemas.microsoft.com/office/drawing/2014/main" id="{9358C9C8-E2F6-4EAA-C4BC-AD889B21252F}"/>
              </a:ext>
            </a:extLst>
          </p:cNvPr>
          <p:cNvSpPr txBox="1">
            <a:spLocks/>
          </p:cNvSpPr>
          <p:nvPr/>
        </p:nvSpPr>
        <p:spPr>
          <a:xfrm>
            <a:off x="8038550" y="3276061"/>
            <a:ext cx="2472639" cy="288925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rgbClr val="E41F35"/>
              </a:buClr>
              <a:buFont typeface="Arial" panose="020B0604020202020204" pitchFamily="34" charset="0"/>
              <a:buChar char="•"/>
              <a:defRPr sz="2000" b="0" i="0" kern="1200">
                <a:solidFill>
                  <a:schemeClr val="tx1"/>
                </a:solidFill>
                <a:latin typeface="Calibri" panose="020F0502020204030204" pitchFamily="34" charset="0"/>
                <a:ea typeface="+mn-ea"/>
                <a:cs typeface="Calibri" panose="020F0502020204030204" pitchFamily="34" charset="0"/>
              </a:defRPr>
            </a:lvl1pPr>
            <a:lvl2pPr marL="571463" indent="-190487" algn="l" defTabSz="914400" rtl="0" eaLnBrk="1" latinLnBrk="0" hangingPunct="1">
              <a:lnSpc>
                <a:spcPct val="90000"/>
              </a:lnSpc>
              <a:spcBef>
                <a:spcPts val="500"/>
              </a:spcBef>
              <a:buClr>
                <a:srgbClr val="E41F35"/>
              </a:buClr>
              <a:buFont typeface="Courier New" panose="02070309020205020404" pitchFamily="49" charset="0"/>
              <a:buChar char="o"/>
              <a:defRPr sz="1667" b="0" i="0" kern="1200">
                <a:solidFill>
                  <a:schemeClr val="tx1"/>
                </a:solidFill>
                <a:latin typeface="Calibri" panose="020F0502020204030204" pitchFamily="34" charset="0"/>
                <a:ea typeface="+mn-ea"/>
                <a:cs typeface="Calibri" panose="020F0502020204030204" pitchFamily="34" charset="0"/>
              </a:defRPr>
            </a:lvl2pPr>
            <a:lvl3pPr marL="952438" indent="-190487" algn="l" defTabSz="914400" rtl="0" eaLnBrk="1" latinLnBrk="0" hangingPunct="1">
              <a:lnSpc>
                <a:spcPct val="90000"/>
              </a:lnSpc>
              <a:spcBef>
                <a:spcPts val="500"/>
              </a:spcBef>
              <a:buClr>
                <a:srgbClr val="E41F35"/>
              </a:buClr>
              <a:buFont typeface="Arial" panose="020B0604020202020204" pitchFamily="34" charset="0"/>
              <a:buChar char="–"/>
              <a:defRPr sz="1500" b="0" i="0" kern="1200">
                <a:solidFill>
                  <a:schemeClr val="tx1"/>
                </a:solidFill>
                <a:latin typeface="Calibri" panose="020F0502020204030204" pitchFamily="34" charset="0"/>
                <a:ea typeface="+mn-ea"/>
                <a:cs typeface="Calibri" panose="020F0502020204030204" pitchFamily="34" charset="0"/>
              </a:defRPr>
            </a:lvl3pPr>
            <a:lvl4pPr marL="1333413" indent="-190487" algn="l" defTabSz="914400" rtl="0" eaLnBrk="1" latinLnBrk="0" hangingPunct="1">
              <a:lnSpc>
                <a:spcPct val="90000"/>
              </a:lnSpc>
              <a:spcBef>
                <a:spcPts val="500"/>
              </a:spcBef>
              <a:buClr>
                <a:srgbClr val="E41F35"/>
              </a:buClr>
              <a:buFont typeface="Wingdings" panose="05000000000000000000" pitchFamily="2" charset="2"/>
              <a:buChar char="§"/>
              <a:defRPr sz="1333" b="0" i="0" kern="1200">
                <a:solidFill>
                  <a:schemeClr val="tx1"/>
                </a:solidFill>
                <a:latin typeface="Calibri" panose="020F0502020204030204" pitchFamily="34" charset="0"/>
                <a:ea typeface="+mn-ea"/>
                <a:cs typeface="Calibri" panose="020F0502020204030204" pitchFamily="34" charset="0"/>
              </a:defRPr>
            </a:lvl4pPr>
            <a:lvl5pPr marL="1714389" indent="-190487" algn="l" defTabSz="914400" rtl="0" eaLnBrk="1" latinLnBrk="0" hangingPunct="1">
              <a:lnSpc>
                <a:spcPct val="90000"/>
              </a:lnSpc>
              <a:spcBef>
                <a:spcPts val="500"/>
              </a:spcBef>
              <a:buClr>
                <a:srgbClr val="E41F35"/>
              </a:buClr>
              <a:buFont typeface="Arial" panose="020B0604020202020204" pitchFamily="34" charset="0"/>
              <a:buChar char="–"/>
              <a:defRPr sz="1333"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372 customers realigned</a:t>
            </a:r>
          </a:p>
          <a:p>
            <a:r>
              <a:rPr lang="en-US" dirty="0"/>
              <a:t>30.20k miles reduced</a:t>
            </a:r>
          </a:p>
          <a:p>
            <a:r>
              <a:rPr lang="en-US" dirty="0"/>
              <a:t>Avg 31.23% Revenue Std. Deviation % Difference across all VPs.</a:t>
            </a:r>
          </a:p>
        </p:txBody>
      </p:sp>
      <p:sp>
        <p:nvSpPr>
          <p:cNvPr id="3" name="Text Placeholder 37">
            <a:extLst>
              <a:ext uri="{FF2B5EF4-FFF2-40B4-BE49-F238E27FC236}">
                <a16:creationId xmlns:a16="http://schemas.microsoft.com/office/drawing/2014/main" id="{5D21CBF4-36E3-EB41-86C7-6B87E8F088A5}"/>
              </a:ext>
            </a:extLst>
          </p:cNvPr>
          <p:cNvSpPr txBox="1">
            <a:spLocks/>
          </p:cNvSpPr>
          <p:nvPr/>
        </p:nvSpPr>
        <p:spPr>
          <a:xfrm>
            <a:off x="8016043" y="2569168"/>
            <a:ext cx="2041620" cy="72699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rgbClr val="E41F35"/>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SPEC</a:t>
            </a:r>
          </a:p>
        </p:txBody>
      </p:sp>
    </p:spTree>
    <p:extLst>
      <p:ext uri="{BB962C8B-B14F-4D97-AF65-F5344CB8AC3E}">
        <p14:creationId xmlns:p14="http://schemas.microsoft.com/office/powerpoint/2010/main" val="270596665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1A56-4D6F-96DB-E868-55B84D057A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792E55-E160-600F-DDE0-86047BAE2CB9}"/>
              </a:ext>
            </a:extLst>
          </p:cNvPr>
          <p:cNvSpPr>
            <a:spLocks noGrp="1"/>
          </p:cNvSpPr>
          <p:nvPr>
            <p:ph type="title"/>
          </p:nvPr>
        </p:nvSpPr>
        <p:spPr>
          <a:xfrm>
            <a:off x="838200" y="149903"/>
            <a:ext cx="10515600" cy="719527"/>
          </a:xfrm>
        </p:spPr>
        <p:txBody>
          <a:bodyPr>
            <a:normAutofit/>
          </a:bodyPr>
          <a:lstStyle/>
          <a:p>
            <a:pPr algn="ctr"/>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5" name="Content Placeholder 4">
            <a:extLst>
              <a:ext uri="{FF2B5EF4-FFF2-40B4-BE49-F238E27FC236}">
                <a16:creationId xmlns:a16="http://schemas.microsoft.com/office/drawing/2014/main" id="{841DC1A2-405D-70EC-BD5D-BBAF38FD2C49}"/>
              </a:ext>
            </a:extLst>
          </p:cNvPr>
          <p:cNvSpPr>
            <a:spLocks noGrp="1"/>
          </p:cNvSpPr>
          <p:nvPr>
            <p:ph idx="1"/>
          </p:nvPr>
        </p:nvSpPr>
        <p:spPr>
          <a:xfrm>
            <a:off x="838200" y="1049311"/>
            <a:ext cx="10515600" cy="5127652"/>
          </a:xfrm>
        </p:spPr>
        <p:txBody>
          <a:bodyPr numCol="1">
            <a:normAutofit/>
          </a:bodyPr>
          <a:lstStyle/>
          <a:p>
            <a:pPr marL="0" indent="0" fontAlgn="base">
              <a:lnSpc>
                <a:spcPct val="100000"/>
              </a:lnSpc>
              <a:buNone/>
            </a:pPr>
            <a:r>
              <a:rPr lang="en-US" sz="2200" b="1" u="sng" dirty="0">
                <a:solidFill>
                  <a:srgbClr val="FF0000"/>
                </a:solidFill>
                <a:highlight>
                  <a:srgbClr val="FFFFFF"/>
                </a:highlight>
                <a:latin typeface="Calibri" panose="020F0502020204030204" pitchFamily="34" charset="0"/>
                <a:ea typeface="Calibri" panose="020F0502020204030204" pitchFamily="34" charset="0"/>
                <a:cs typeface="Calibri" panose="020F0502020204030204" pitchFamily="34" charset="0"/>
              </a:rPr>
              <a:t>Optimizing product rep alignments:</a:t>
            </a:r>
          </a:p>
          <a:p>
            <a:pPr fontAlgn="base">
              <a:lnSpc>
                <a:spcPct val="100000"/>
              </a:lnSpc>
            </a:pPr>
            <a:r>
              <a:rPr lang="en-US" sz="180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Once we achieve defined territories/clusters</a:t>
            </a:r>
            <a:r>
              <a:rPr lang="en-US" sz="1800"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 for each distributor rep, we performed similar optimization of product rep alignments for SIG’s – ANCR, ORSP &amp; SPEC.</a:t>
            </a:r>
          </a:p>
          <a:p>
            <a:pPr fontAlgn="base">
              <a:lnSpc>
                <a:spcPct val="100000"/>
              </a:lnSpc>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total we had 46K Ship To level data and 151 unique product reps associated to the Ship To’s.</a:t>
            </a:r>
          </a:p>
          <a:p>
            <a:pPr fontAlgn="base">
              <a:lnSpc>
                <a:spcPct val="100000"/>
              </a:lnSpc>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Using genetic algorithm, we were able to achieve optimized product rep clusters with reduced no. of outliers.</a:t>
            </a:r>
          </a:p>
          <a:p>
            <a:pPr fontAlgn="base">
              <a:lnSpc>
                <a:spcPct val="100000"/>
              </a:lnSpc>
            </a:pPr>
            <a:r>
              <a:rPr lang="en-US" sz="1800" b="0" i="0"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In this iteration, we used distance of travel by a product rep as only key feature for optimization.</a:t>
            </a:r>
          </a:p>
          <a:p>
            <a:pPr marL="0" indent="0" fontAlgn="base">
              <a:lnSpc>
                <a:spcPct val="100000"/>
              </a:lnSpc>
              <a:buNone/>
            </a:pPr>
            <a:r>
              <a:rPr lang="en-US" sz="2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Algorithm run time:</a:t>
            </a:r>
          </a:p>
          <a:p>
            <a:pPr fontAlgn="base">
              <a:lnSpc>
                <a:spcPct val="100000"/>
              </a:lnSpc>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Since we have 46K Ship To level data for product SIG’s, which is 5X than that of distributor SIGs. The average time taken to produce best optimized product rep (Level 5) allocation for 46K Ship To level data is 10 business days.</a:t>
            </a:r>
            <a:endPar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fontAlgn="base">
              <a:lnSpc>
                <a:spcPct val="100000"/>
              </a:lnSpc>
              <a:buNone/>
            </a:pPr>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fontAlgn="base"/>
            <a:endParaRPr lang="en-US" sz="1800"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990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205EF-B53B-3101-424A-0F9FCCEBEC36}"/>
              </a:ext>
            </a:extLst>
          </p:cNvPr>
          <p:cNvPicPr>
            <a:picLocks noChangeAspect="1"/>
          </p:cNvPicPr>
          <p:nvPr/>
        </p:nvPicPr>
        <p:blipFill>
          <a:blip r:embed="rId2"/>
          <a:srcRect r="13825"/>
          <a:stretch/>
        </p:blipFill>
        <p:spPr>
          <a:xfrm>
            <a:off x="0" y="3587855"/>
            <a:ext cx="10241280" cy="3264675"/>
          </a:xfrm>
          <a:prstGeom prst="rect">
            <a:avLst/>
          </a:prstGeom>
          <a:ln>
            <a:solidFill>
              <a:schemeClr val="tx1"/>
            </a:solidFill>
          </a:ln>
        </p:spPr>
      </p:pic>
      <p:pic>
        <p:nvPicPr>
          <p:cNvPr id="7" name="Picture 6">
            <a:extLst>
              <a:ext uri="{FF2B5EF4-FFF2-40B4-BE49-F238E27FC236}">
                <a16:creationId xmlns:a16="http://schemas.microsoft.com/office/drawing/2014/main" id="{32F344CD-E331-D9CD-7205-128AB3BDA511}"/>
              </a:ext>
            </a:extLst>
          </p:cNvPr>
          <p:cNvPicPr>
            <a:picLocks noChangeAspect="1"/>
          </p:cNvPicPr>
          <p:nvPr/>
        </p:nvPicPr>
        <p:blipFill>
          <a:blip r:embed="rId3"/>
          <a:srcRect r="15100"/>
          <a:stretch/>
        </p:blipFill>
        <p:spPr>
          <a:xfrm>
            <a:off x="0" y="391328"/>
            <a:ext cx="10241280" cy="3113341"/>
          </a:xfrm>
          <a:prstGeom prst="rect">
            <a:avLst/>
          </a:prstGeom>
          <a:ln>
            <a:solidFill>
              <a:schemeClr val="tx1"/>
            </a:solidFill>
          </a:ln>
        </p:spPr>
      </p:pic>
      <p:sp>
        <p:nvSpPr>
          <p:cNvPr id="8" name="Rectangle 7">
            <a:extLst>
              <a:ext uri="{FF2B5EF4-FFF2-40B4-BE49-F238E27FC236}">
                <a16:creationId xmlns:a16="http://schemas.microsoft.com/office/drawing/2014/main" id="{A07228B0-A8F8-94DD-0221-C381430ECC90}"/>
              </a:ext>
            </a:extLst>
          </p:cNvPr>
          <p:cNvSpPr/>
          <p:nvPr/>
        </p:nvSpPr>
        <p:spPr>
          <a:xfrm>
            <a:off x="10241280" y="374904"/>
            <a:ext cx="1950720" cy="311334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14 reps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Somewhat grouped Territories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Territory outliers that would increase drive distance</a:t>
            </a:r>
          </a:p>
        </p:txBody>
      </p:sp>
      <p:sp>
        <p:nvSpPr>
          <p:cNvPr id="9" name="Rectangle 8">
            <a:extLst>
              <a:ext uri="{FF2B5EF4-FFF2-40B4-BE49-F238E27FC236}">
                <a16:creationId xmlns:a16="http://schemas.microsoft.com/office/drawing/2014/main" id="{CC6D6E52-2C1F-9BD3-3DFD-FD078E67E7B5}"/>
              </a:ext>
            </a:extLst>
          </p:cNvPr>
          <p:cNvSpPr/>
          <p:nvPr/>
        </p:nvSpPr>
        <p:spPr>
          <a:xfrm>
            <a:off x="10241280" y="3587856"/>
            <a:ext cx="1950720" cy="32646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16 reps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Somewhat grouped Territories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Territory outliers that would increase drive distance</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Not aligned to the same SCSE territories, which increases coordination needed across reps</a:t>
            </a:r>
          </a:p>
          <a:p>
            <a:endParaRPr lang="en-US" sz="1200" dirty="0">
              <a:solidFill>
                <a:schemeClr val="tx1"/>
              </a:solidFill>
            </a:endParaRPr>
          </a:p>
        </p:txBody>
      </p:sp>
      <p:sp>
        <p:nvSpPr>
          <p:cNvPr id="2" name="Title 3">
            <a:extLst>
              <a:ext uri="{FF2B5EF4-FFF2-40B4-BE49-F238E27FC236}">
                <a16:creationId xmlns:a16="http://schemas.microsoft.com/office/drawing/2014/main" id="{1EEEC2C1-B977-BEB2-543A-49AD8D112E33}"/>
              </a:ext>
            </a:extLst>
          </p:cNvPr>
          <p:cNvSpPr txBox="1">
            <a:spLocks/>
          </p:cNvSpPr>
          <p:nvPr/>
        </p:nvSpPr>
        <p:spPr>
          <a:xfrm>
            <a:off x="838200" y="29983"/>
            <a:ext cx="10515600" cy="45243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3" name="TextBox 2">
            <a:extLst>
              <a:ext uri="{FF2B5EF4-FFF2-40B4-BE49-F238E27FC236}">
                <a16:creationId xmlns:a16="http://schemas.microsoft.com/office/drawing/2014/main" id="{AD44D484-2A68-2CCC-9603-7C5CEAC0CDFF}"/>
              </a:ext>
            </a:extLst>
          </p:cNvPr>
          <p:cNvSpPr txBox="1"/>
          <p:nvPr/>
        </p:nvSpPr>
        <p:spPr>
          <a:xfrm>
            <a:off x="2323477" y="1648918"/>
            <a:ext cx="1843790" cy="646331"/>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Distributor rep clusters - current</a:t>
            </a:r>
          </a:p>
        </p:txBody>
      </p:sp>
      <p:sp>
        <p:nvSpPr>
          <p:cNvPr id="4" name="TextBox 3">
            <a:extLst>
              <a:ext uri="{FF2B5EF4-FFF2-40B4-BE49-F238E27FC236}">
                <a16:creationId xmlns:a16="http://schemas.microsoft.com/office/drawing/2014/main" id="{A2849D50-4833-F7BC-2B19-4B9D6C57B0E8}"/>
              </a:ext>
            </a:extLst>
          </p:cNvPr>
          <p:cNvSpPr txBox="1"/>
          <p:nvPr/>
        </p:nvSpPr>
        <p:spPr>
          <a:xfrm>
            <a:off x="2354955" y="4897026"/>
            <a:ext cx="1843790" cy="646331"/>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Product rep clusters - current</a:t>
            </a:r>
          </a:p>
        </p:txBody>
      </p:sp>
    </p:spTree>
    <p:extLst>
      <p:ext uri="{BB962C8B-B14F-4D97-AF65-F5344CB8AC3E}">
        <p14:creationId xmlns:p14="http://schemas.microsoft.com/office/powerpoint/2010/main" val="58361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8DCD-EC95-066A-7044-AA89768F596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BD4E9C-E2BB-515D-B286-0EA02495D2A0}"/>
              </a:ext>
            </a:extLst>
          </p:cNvPr>
          <p:cNvPicPr>
            <a:picLocks noChangeAspect="1"/>
          </p:cNvPicPr>
          <p:nvPr/>
        </p:nvPicPr>
        <p:blipFill>
          <a:blip r:embed="rId2"/>
          <a:srcRect r="13825"/>
          <a:stretch/>
        </p:blipFill>
        <p:spPr>
          <a:xfrm>
            <a:off x="0" y="3744269"/>
            <a:ext cx="10241280" cy="3123251"/>
          </a:xfrm>
          <a:prstGeom prst="rect">
            <a:avLst/>
          </a:prstGeom>
          <a:ln>
            <a:solidFill>
              <a:schemeClr val="tx1"/>
            </a:solidFill>
          </a:ln>
        </p:spPr>
      </p:pic>
      <p:pic>
        <p:nvPicPr>
          <p:cNvPr id="7" name="Picture 6">
            <a:extLst>
              <a:ext uri="{FF2B5EF4-FFF2-40B4-BE49-F238E27FC236}">
                <a16:creationId xmlns:a16="http://schemas.microsoft.com/office/drawing/2014/main" id="{A77176D3-5DBB-C805-DB2E-80F3D745F8B9}"/>
              </a:ext>
            </a:extLst>
          </p:cNvPr>
          <p:cNvPicPr>
            <a:picLocks noChangeAspect="1"/>
          </p:cNvPicPr>
          <p:nvPr/>
        </p:nvPicPr>
        <p:blipFill>
          <a:blip r:embed="rId3"/>
          <a:srcRect r="15100"/>
          <a:stretch/>
        </p:blipFill>
        <p:spPr>
          <a:xfrm>
            <a:off x="0" y="389893"/>
            <a:ext cx="10241280" cy="3285747"/>
          </a:xfrm>
          <a:prstGeom prst="rect">
            <a:avLst/>
          </a:prstGeom>
          <a:ln>
            <a:solidFill>
              <a:schemeClr val="tx1"/>
            </a:solidFill>
          </a:ln>
        </p:spPr>
      </p:pic>
      <p:sp>
        <p:nvSpPr>
          <p:cNvPr id="8" name="Rectangle 7">
            <a:extLst>
              <a:ext uri="{FF2B5EF4-FFF2-40B4-BE49-F238E27FC236}">
                <a16:creationId xmlns:a16="http://schemas.microsoft.com/office/drawing/2014/main" id="{9C8094FD-D243-F128-3EDA-93FC6A111DC5}"/>
              </a:ext>
            </a:extLst>
          </p:cNvPr>
          <p:cNvSpPr/>
          <p:nvPr/>
        </p:nvSpPr>
        <p:spPr>
          <a:xfrm>
            <a:off x="10241280" y="374903"/>
            <a:ext cx="1950720" cy="328574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14 reps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Clearly identified territories</a:t>
            </a:r>
          </a:p>
        </p:txBody>
      </p:sp>
      <p:sp>
        <p:nvSpPr>
          <p:cNvPr id="9" name="Rectangle 8">
            <a:extLst>
              <a:ext uri="{FF2B5EF4-FFF2-40B4-BE49-F238E27FC236}">
                <a16:creationId xmlns:a16="http://schemas.microsoft.com/office/drawing/2014/main" id="{DCB2CA25-A082-F560-93CA-C77D39D89C03}"/>
              </a:ext>
            </a:extLst>
          </p:cNvPr>
          <p:cNvSpPr/>
          <p:nvPr/>
        </p:nvSpPr>
        <p:spPr>
          <a:xfrm>
            <a:off x="10241280" y="3744268"/>
            <a:ext cx="1950720" cy="312325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16 reps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Clearly identified territories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Mapped to align to the SCSE territories, with allotment for difference in rep numbers</a:t>
            </a:r>
          </a:p>
        </p:txBody>
      </p:sp>
      <p:sp>
        <p:nvSpPr>
          <p:cNvPr id="2" name="Oval 1">
            <a:extLst>
              <a:ext uri="{FF2B5EF4-FFF2-40B4-BE49-F238E27FC236}">
                <a16:creationId xmlns:a16="http://schemas.microsoft.com/office/drawing/2014/main" id="{86C0151D-77E7-D818-D974-EDAD113E5703}"/>
              </a:ext>
            </a:extLst>
          </p:cNvPr>
          <p:cNvSpPr/>
          <p:nvPr/>
        </p:nvSpPr>
        <p:spPr>
          <a:xfrm>
            <a:off x="4971980" y="1654491"/>
            <a:ext cx="95367" cy="123821"/>
          </a:xfrm>
          <a:prstGeom prst="ellipse">
            <a:avLst/>
          </a:prstGeom>
          <a:solidFill>
            <a:srgbClr val="499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25E08B60-979F-B7C4-3744-A07DDBBF50BF}"/>
              </a:ext>
            </a:extLst>
          </p:cNvPr>
          <p:cNvSpPr/>
          <p:nvPr/>
        </p:nvSpPr>
        <p:spPr>
          <a:xfrm>
            <a:off x="4938134" y="1824719"/>
            <a:ext cx="81529" cy="88163"/>
          </a:xfrm>
          <a:prstGeom prst="ellipse">
            <a:avLst/>
          </a:prstGeom>
          <a:solidFill>
            <a:srgbClr val="499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BBEBE70-1F01-2D50-9F2B-D3DB70D890CD}"/>
              </a:ext>
            </a:extLst>
          </p:cNvPr>
          <p:cNvSpPr/>
          <p:nvPr/>
        </p:nvSpPr>
        <p:spPr>
          <a:xfrm>
            <a:off x="4986041" y="1801279"/>
            <a:ext cx="95367" cy="123821"/>
          </a:xfrm>
          <a:prstGeom prst="ellipse">
            <a:avLst/>
          </a:prstGeom>
          <a:solidFill>
            <a:srgbClr val="499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8C8F6F9-E6FE-7FDD-2D74-ABBF7E9699AF}"/>
              </a:ext>
            </a:extLst>
          </p:cNvPr>
          <p:cNvSpPr/>
          <p:nvPr/>
        </p:nvSpPr>
        <p:spPr>
          <a:xfrm>
            <a:off x="5343163" y="2070552"/>
            <a:ext cx="92749" cy="83617"/>
          </a:xfrm>
          <a:prstGeom prst="ellipse">
            <a:avLst/>
          </a:prstGeom>
          <a:solidFill>
            <a:srgbClr val="499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657ADFB-7FB7-058A-D9D3-2C58AB305030}"/>
              </a:ext>
            </a:extLst>
          </p:cNvPr>
          <p:cNvSpPr/>
          <p:nvPr/>
        </p:nvSpPr>
        <p:spPr>
          <a:xfrm>
            <a:off x="5857338" y="1821380"/>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69422C6-5D4A-74BB-74C9-90C1C93BA860}"/>
              </a:ext>
            </a:extLst>
          </p:cNvPr>
          <p:cNvSpPr/>
          <p:nvPr/>
        </p:nvSpPr>
        <p:spPr>
          <a:xfrm>
            <a:off x="5927051" y="1779571"/>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42E8FDF-591F-0F2A-296F-D5A26E0B1BC1}"/>
              </a:ext>
            </a:extLst>
          </p:cNvPr>
          <p:cNvSpPr/>
          <p:nvPr/>
        </p:nvSpPr>
        <p:spPr>
          <a:xfrm>
            <a:off x="6003251" y="1661082"/>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85EBCDF-4346-2C69-D40E-79078D6E84D9}"/>
              </a:ext>
            </a:extLst>
          </p:cNvPr>
          <p:cNvSpPr/>
          <p:nvPr/>
        </p:nvSpPr>
        <p:spPr>
          <a:xfrm>
            <a:off x="6051868" y="1976544"/>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B88FF97-791D-0A39-832A-E95B44A4D9A4}"/>
              </a:ext>
            </a:extLst>
          </p:cNvPr>
          <p:cNvSpPr/>
          <p:nvPr/>
        </p:nvSpPr>
        <p:spPr>
          <a:xfrm>
            <a:off x="6098242" y="2044596"/>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EEAB556-6561-678B-6E70-3E8CCDEB5237}"/>
              </a:ext>
            </a:extLst>
          </p:cNvPr>
          <p:cNvSpPr/>
          <p:nvPr/>
        </p:nvSpPr>
        <p:spPr>
          <a:xfrm>
            <a:off x="6003251" y="2061885"/>
            <a:ext cx="262819" cy="167234"/>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94BA80-932C-1E3C-34A6-E034A1D6DCD3}"/>
              </a:ext>
            </a:extLst>
          </p:cNvPr>
          <p:cNvSpPr/>
          <p:nvPr/>
        </p:nvSpPr>
        <p:spPr>
          <a:xfrm>
            <a:off x="6003530" y="1959254"/>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B106374-2566-B88F-0F6B-2C51982FE68A}"/>
              </a:ext>
            </a:extLst>
          </p:cNvPr>
          <p:cNvSpPr/>
          <p:nvPr/>
        </p:nvSpPr>
        <p:spPr>
          <a:xfrm>
            <a:off x="5693309" y="1999051"/>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F6A2CCE-3F4C-FCF1-99EA-DB5351D846D0}"/>
              </a:ext>
            </a:extLst>
          </p:cNvPr>
          <p:cNvSpPr/>
          <p:nvPr/>
        </p:nvSpPr>
        <p:spPr>
          <a:xfrm>
            <a:off x="5947153" y="2117970"/>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75135FC-43C5-8B32-CAE5-6EC51864CA2A}"/>
              </a:ext>
            </a:extLst>
          </p:cNvPr>
          <p:cNvSpPr/>
          <p:nvPr/>
        </p:nvSpPr>
        <p:spPr>
          <a:xfrm>
            <a:off x="5913633" y="2185088"/>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B499D79-B8AE-B5A5-31B8-7D5BECE662C0}"/>
              </a:ext>
            </a:extLst>
          </p:cNvPr>
          <p:cNvSpPr/>
          <p:nvPr/>
        </p:nvSpPr>
        <p:spPr>
          <a:xfrm>
            <a:off x="5841763" y="2184525"/>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6D0E9A6-AB08-5170-9335-55736E480A93}"/>
              </a:ext>
            </a:extLst>
          </p:cNvPr>
          <p:cNvSpPr/>
          <p:nvPr/>
        </p:nvSpPr>
        <p:spPr>
          <a:xfrm>
            <a:off x="5801709" y="2108493"/>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EA1018F-540E-66AC-5576-45450643007C}"/>
              </a:ext>
            </a:extLst>
          </p:cNvPr>
          <p:cNvSpPr/>
          <p:nvPr/>
        </p:nvSpPr>
        <p:spPr>
          <a:xfrm>
            <a:off x="5904257" y="2125325"/>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3B82754-C2D7-41BD-66E4-DDF0B723AA2A}"/>
              </a:ext>
            </a:extLst>
          </p:cNvPr>
          <p:cNvSpPr/>
          <p:nvPr/>
        </p:nvSpPr>
        <p:spPr>
          <a:xfrm>
            <a:off x="5858992" y="2156784"/>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EFFDF5B-C057-590A-2543-DF2E9D34BA54}"/>
              </a:ext>
            </a:extLst>
          </p:cNvPr>
          <p:cNvSpPr/>
          <p:nvPr/>
        </p:nvSpPr>
        <p:spPr>
          <a:xfrm>
            <a:off x="5731785" y="2307924"/>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1142DCC-4A53-A205-421E-5B62FAB514DB}"/>
              </a:ext>
            </a:extLst>
          </p:cNvPr>
          <p:cNvSpPr/>
          <p:nvPr/>
        </p:nvSpPr>
        <p:spPr>
          <a:xfrm>
            <a:off x="5685410" y="2332729"/>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B21613E-72C5-22AE-4A09-B3F299F76DB7}"/>
              </a:ext>
            </a:extLst>
          </p:cNvPr>
          <p:cNvSpPr/>
          <p:nvPr/>
        </p:nvSpPr>
        <p:spPr>
          <a:xfrm>
            <a:off x="5545607" y="2439295"/>
            <a:ext cx="119608" cy="104664"/>
          </a:xfrm>
          <a:prstGeom prst="ellipse">
            <a:avLst/>
          </a:prstGeom>
          <a:solidFill>
            <a:srgbClr val="4E79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D712859-FA16-50C6-3E6D-0DA16B24E219}"/>
              </a:ext>
            </a:extLst>
          </p:cNvPr>
          <p:cNvSpPr/>
          <p:nvPr/>
        </p:nvSpPr>
        <p:spPr>
          <a:xfrm>
            <a:off x="5181162" y="2248498"/>
            <a:ext cx="92749" cy="83617"/>
          </a:xfrm>
          <a:prstGeom prst="ellipse">
            <a:avLst/>
          </a:prstGeom>
          <a:solidFill>
            <a:srgbClr val="FF9D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36BAD60-6650-4AA8-3251-FA503D89880B}"/>
              </a:ext>
            </a:extLst>
          </p:cNvPr>
          <p:cNvSpPr/>
          <p:nvPr/>
        </p:nvSpPr>
        <p:spPr>
          <a:xfrm>
            <a:off x="5254021" y="2261048"/>
            <a:ext cx="92749" cy="83617"/>
          </a:xfrm>
          <a:prstGeom prst="ellipse">
            <a:avLst/>
          </a:prstGeom>
          <a:solidFill>
            <a:srgbClr val="FF9D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0905DE9-C465-7E4A-64F4-90C2C472B932}"/>
              </a:ext>
            </a:extLst>
          </p:cNvPr>
          <p:cNvSpPr/>
          <p:nvPr/>
        </p:nvSpPr>
        <p:spPr>
          <a:xfrm>
            <a:off x="5002917" y="2108493"/>
            <a:ext cx="92749" cy="157082"/>
          </a:xfrm>
          <a:prstGeom prst="ellipse">
            <a:avLst/>
          </a:prstGeom>
          <a:solidFill>
            <a:srgbClr val="59A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EFF9911-8145-4E1C-A596-625EF2532F56}"/>
              </a:ext>
            </a:extLst>
          </p:cNvPr>
          <p:cNvSpPr/>
          <p:nvPr/>
        </p:nvSpPr>
        <p:spPr>
          <a:xfrm>
            <a:off x="4981478" y="2184525"/>
            <a:ext cx="92749" cy="83617"/>
          </a:xfrm>
          <a:prstGeom prst="ellipse">
            <a:avLst/>
          </a:prstGeom>
          <a:solidFill>
            <a:srgbClr val="59A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3929EB7-009C-03F1-6855-CF9D27AD93E3}"/>
              </a:ext>
            </a:extLst>
          </p:cNvPr>
          <p:cNvSpPr/>
          <p:nvPr/>
        </p:nvSpPr>
        <p:spPr>
          <a:xfrm>
            <a:off x="5161272" y="2416346"/>
            <a:ext cx="92749" cy="83617"/>
          </a:xfrm>
          <a:prstGeom prst="ellipse">
            <a:avLst/>
          </a:prstGeom>
          <a:solidFill>
            <a:srgbClr val="59A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C58DF30-D3BA-494D-B274-DB7A0A7C3EB9}"/>
              </a:ext>
            </a:extLst>
          </p:cNvPr>
          <p:cNvSpPr/>
          <p:nvPr/>
        </p:nvSpPr>
        <p:spPr>
          <a:xfrm>
            <a:off x="5114897" y="2331756"/>
            <a:ext cx="92749" cy="126395"/>
          </a:xfrm>
          <a:prstGeom prst="ellipse">
            <a:avLst/>
          </a:prstGeom>
          <a:solidFill>
            <a:srgbClr val="59A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CEFAE18-4F2A-DC44-70F0-4D943E186A3E}"/>
              </a:ext>
            </a:extLst>
          </p:cNvPr>
          <p:cNvSpPr/>
          <p:nvPr/>
        </p:nvSpPr>
        <p:spPr>
          <a:xfrm>
            <a:off x="5082168" y="2165291"/>
            <a:ext cx="92749" cy="83617"/>
          </a:xfrm>
          <a:prstGeom prst="ellipse">
            <a:avLst/>
          </a:prstGeom>
          <a:solidFill>
            <a:srgbClr val="59A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2D9AFD2-EF47-1BF0-F7A6-43EEE324EB8A}"/>
              </a:ext>
            </a:extLst>
          </p:cNvPr>
          <p:cNvSpPr/>
          <p:nvPr/>
        </p:nvSpPr>
        <p:spPr>
          <a:xfrm>
            <a:off x="5667211" y="1857487"/>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F1626B5-0C54-28E0-E138-AA4086D6B6C7}"/>
              </a:ext>
            </a:extLst>
          </p:cNvPr>
          <p:cNvSpPr/>
          <p:nvPr/>
        </p:nvSpPr>
        <p:spPr>
          <a:xfrm>
            <a:off x="5655023" y="1986686"/>
            <a:ext cx="92749" cy="83617"/>
          </a:xfrm>
          <a:prstGeom prst="ellipse">
            <a:avLst/>
          </a:prstGeom>
          <a:solidFill>
            <a:srgbClr val="F28E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8F43627-B38B-7543-F7A2-1CFCD2CC7AC0}"/>
              </a:ext>
            </a:extLst>
          </p:cNvPr>
          <p:cNvSpPr/>
          <p:nvPr/>
        </p:nvSpPr>
        <p:spPr>
          <a:xfrm>
            <a:off x="6152455" y="1861688"/>
            <a:ext cx="92749" cy="83617"/>
          </a:xfrm>
          <a:prstGeom prst="ellipse">
            <a:avLst/>
          </a:prstGeom>
          <a:solidFill>
            <a:srgbClr val="8CD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AA6EA1F-4A29-F8CE-F4FE-179D523EE82E}"/>
              </a:ext>
            </a:extLst>
          </p:cNvPr>
          <p:cNvSpPr/>
          <p:nvPr/>
        </p:nvSpPr>
        <p:spPr>
          <a:xfrm>
            <a:off x="6214085" y="2409422"/>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F8A0393-F12E-B1F1-9631-C79D712EEFD2}"/>
              </a:ext>
            </a:extLst>
          </p:cNvPr>
          <p:cNvSpPr/>
          <p:nvPr/>
        </p:nvSpPr>
        <p:spPr>
          <a:xfrm>
            <a:off x="6134660" y="2502149"/>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57AB5A3-C4A1-2935-3757-74DE7BE7B549}"/>
              </a:ext>
            </a:extLst>
          </p:cNvPr>
          <p:cNvSpPr/>
          <p:nvPr/>
        </p:nvSpPr>
        <p:spPr>
          <a:xfrm>
            <a:off x="6162100" y="2511715"/>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1DA346F-8457-606F-C22D-CA8DA7D44C03}"/>
              </a:ext>
            </a:extLst>
          </p:cNvPr>
          <p:cNvSpPr/>
          <p:nvPr/>
        </p:nvSpPr>
        <p:spPr>
          <a:xfrm>
            <a:off x="6271679" y="2505746"/>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E4F5442-0364-2E2C-69ED-EA2E6C3208BD}"/>
              </a:ext>
            </a:extLst>
          </p:cNvPr>
          <p:cNvSpPr/>
          <p:nvPr/>
        </p:nvSpPr>
        <p:spPr>
          <a:xfrm>
            <a:off x="6301578" y="2374709"/>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3DEB8D4F-E341-C9B9-5DC3-CD80168D5B95}"/>
              </a:ext>
            </a:extLst>
          </p:cNvPr>
          <p:cNvSpPr/>
          <p:nvPr/>
        </p:nvSpPr>
        <p:spPr>
          <a:xfrm>
            <a:off x="6241915" y="2248139"/>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AC35CC1-F829-0EDB-B873-CB0262932FF4}"/>
              </a:ext>
            </a:extLst>
          </p:cNvPr>
          <p:cNvSpPr/>
          <p:nvPr/>
        </p:nvSpPr>
        <p:spPr>
          <a:xfrm>
            <a:off x="6476417" y="2725475"/>
            <a:ext cx="92749" cy="83617"/>
          </a:xfrm>
          <a:prstGeom prst="ellipse">
            <a:avLst/>
          </a:prstGeom>
          <a:solidFill>
            <a:srgbClr val="E15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C58739D-06CA-6652-7071-1E6EAEB36C17}"/>
              </a:ext>
            </a:extLst>
          </p:cNvPr>
          <p:cNvSpPr/>
          <p:nvPr/>
        </p:nvSpPr>
        <p:spPr>
          <a:xfrm>
            <a:off x="6476416" y="2585766"/>
            <a:ext cx="165902" cy="104664"/>
          </a:xfrm>
          <a:prstGeom prst="ellipse">
            <a:avLst/>
          </a:prstGeom>
          <a:solidFill>
            <a:srgbClr val="E15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0F36604C-F952-73F0-0B59-CD63355A7412}"/>
              </a:ext>
            </a:extLst>
          </p:cNvPr>
          <p:cNvSpPr/>
          <p:nvPr/>
        </p:nvSpPr>
        <p:spPr>
          <a:xfrm>
            <a:off x="6391205" y="2458152"/>
            <a:ext cx="92749" cy="104664"/>
          </a:xfrm>
          <a:prstGeom prst="ellipse">
            <a:avLst/>
          </a:prstGeom>
          <a:solidFill>
            <a:srgbClr val="E15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163794D-0E8E-F945-D6A6-B9F5AC645F7E}"/>
              </a:ext>
            </a:extLst>
          </p:cNvPr>
          <p:cNvSpPr/>
          <p:nvPr/>
        </p:nvSpPr>
        <p:spPr>
          <a:xfrm>
            <a:off x="6475576" y="2426867"/>
            <a:ext cx="92749" cy="83617"/>
          </a:xfrm>
          <a:prstGeom prst="ellipse">
            <a:avLst/>
          </a:prstGeom>
          <a:solidFill>
            <a:srgbClr val="E15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1CECF53-3312-DDAA-2B51-7A507D14CF87}"/>
              </a:ext>
            </a:extLst>
          </p:cNvPr>
          <p:cNvSpPr/>
          <p:nvPr/>
        </p:nvSpPr>
        <p:spPr>
          <a:xfrm>
            <a:off x="6377388" y="2256046"/>
            <a:ext cx="92749" cy="83617"/>
          </a:xfrm>
          <a:prstGeom prst="ellipse">
            <a:avLst/>
          </a:prstGeom>
          <a:solidFill>
            <a:srgbClr val="E15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5AB013A-914F-F50D-C856-EEBCD121DFCB}"/>
              </a:ext>
            </a:extLst>
          </p:cNvPr>
          <p:cNvSpPr/>
          <p:nvPr/>
        </p:nvSpPr>
        <p:spPr>
          <a:xfrm>
            <a:off x="6269414" y="2265575"/>
            <a:ext cx="92749" cy="83617"/>
          </a:xfrm>
          <a:prstGeom prst="ellipse">
            <a:avLst/>
          </a:prstGeom>
          <a:solidFill>
            <a:srgbClr val="FABE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4799A578-FE21-BF43-FD25-9B5AA1BAF83C}"/>
              </a:ext>
            </a:extLst>
          </p:cNvPr>
          <p:cNvSpPr/>
          <p:nvPr/>
        </p:nvSpPr>
        <p:spPr>
          <a:xfrm>
            <a:off x="6562715" y="2554441"/>
            <a:ext cx="92749" cy="83617"/>
          </a:xfrm>
          <a:prstGeom prst="ellipse">
            <a:avLst/>
          </a:prstGeom>
          <a:solidFill>
            <a:srgbClr val="D372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6348EB79-8247-FB40-C7F8-ECFE8AB500FB}"/>
              </a:ext>
            </a:extLst>
          </p:cNvPr>
          <p:cNvSpPr/>
          <p:nvPr/>
        </p:nvSpPr>
        <p:spPr>
          <a:xfrm>
            <a:off x="6595692" y="2293700"/>
            <a:ext cx="92749" cy="83617"/>
          </a:xfrm>
          <a:prstGeom prst="ellipse">
            <a:avLst/>
          </a:prstGeom>
          <a:solidFill>
            <a:srgbClr val="D372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6F4B9ED-1A29-6CEB-3B67-F5005B0B51B9}"/>
              </a:ext>
            </a:extLst>
          </p:cNvPr>
          <p:cNvSpPr/>
          <p:nvPr/>
        </p:nvSpPr>
        <p:spPr>
          <a:xfrm>
            <a:off x="6470137" y="2265575"/>
            <a:ext cx="124225" cy="84699"/>
          </a:xfrm>
          <a:prstGeom prst="ellipse">
            <a:avLst/>
          </a:prstGeom>
          <a:solidFill>
            <a:srgbClr val="D372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3B861D7-430D-136A-D669-04B0E76EF57B}"/>
              </a:ext>
            </a:extLst>
          </p:cNvPr>
          <p:cNvSpPr/>
          <p:nvPr/>
        </p:nvSpPr>
        <p:spPr>
          <a:xfrm>
            <a:off x="6607255" y="2261017"/>
            <a:ext cx="92749" cy="83617"/>
          </a:xfrm>
          <a:prstGeom prst="ellipse">
            <a:avLst/>
          </a:prstGeom>
          <a:solidFill>
            <a:srgbClr val="D372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2253A85-C50D-426A-51F4-F77B0433DFE1}"/>
              </a:ext>
            </a:extLst>
          </p:cNvPr>
          <p:cNvSpPr/>
          <p:nvPr/>
        </p:nvSpPr>
        <p:spPr>
          <a:xfrm>
            <a:off x="6428800" y="1931294"/>
            <a:ext cx="92749" cy="83617"/>
          </a:xfrm>
          <a:prstGeom prst="ellipse">
            <a:avLst/>
          </a:prstGeom>
          <a:solidFill>
            <a:srgbClr val="F1CE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A9D5CC0-2D04-5099-54F8-3E20124F1A00}"/>
              </a:ext>
            </a:extLst>
          </p:cNvPr>
          <p:cNvSpPr/>
          <p:nvPr/>
        </p:nvSpPr>
        <p:spPr>
          <a:xfrm>
            <a:off x="6429416" y="1979713"/>
            <a:ext cx="92749" cy="83617"/>
          </a:xfrm>
          <a:prstGeom prst="ellipse">
            <a:avLst/>
          </a:prstGeom>
          <a:solidFill>
            <a:srgbClr val="F1CE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C24AD6E-5F0E-00E9-ABB5-5094BFDD3C10}"/>
              </a:ext>
            </a:extLst>
          </p:cNvPr>
          <p:cNvSpPr/>
          <p:nvPr/>
        </p:nvSpPr>
        <p:spPr>
          <a:xfrm>
            <a:off x="6485505" y="2006846"/>
            <a:ext cx="92749" cy="83617"/>
          </a:xfrm>
          <a:prstGeom prst="ellipse">
            <a:avLst/>
          </a:prstGeom>
          <a:solidFill>
            <a:srgbClr val="F1CE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14DB4C5-6BDF-443C-609E-2B0B42136167}"/>
              </a:ext>
            </a:extLst>
          </p:cNvPr>
          <p:cNvSpPr/>
          <p:nvPr/>
        </p:nvSpPr>
        <p:spPr>
          <a:xfrm>
            <a:off x="6479724" y="1944264"/>
            <a:ext cx="92749" cy="83617"/>
          </a:xfrm>
          <a:prstGeom prst="ellipse">
            <a:avLst/>
          </a:prstGeom>
          <a:solidFill>
            <a:srgbClr val="F1CE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F484957E-EF5C-52D3-B9ED-47E4BE0351FB}"/>
              </a:ext>
            </a:extLst>
          </p:cNvPr>
          <p:cNvSpPr/>
          <p:nvPr/>
        </p:nvSpPr>
        <p:spPr>
          <a:xfrm>
            <a:off x="6402555" y="2077213"/>
            <a:ext cx="92749" cy="83617"/>
          </a:xfrm>
          <a:prstGeom prst="ellipse">
            <a:avLst/>
          </a:prstGeom>
          <a:solidFill>
            <a:srgbClr val="F0CD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8229699-4DAE-DF58-A4BF-BB5DC7EB85E1}"/>
              </a:ext>
            </a:extLst>
          </p:cNvPr>
          <p:cNvSpPr/>
          <p:nvPr/>
        </p:nvSpPr>
        <p:spPr>
          <a:xfrm>
            <a:off x="6318919" y="2101358"/>
            <a:ext cx="92749" cy="83617"/>
          </a:xfrm>
          <a:prstGeom prst="ellipse">
            <a:avLst/>
          </a:prstGeom>
          <a:solidFill>
            <a:srgbClr val="F0CD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8041CBD1-B271-A16E-B789-7A40B8815151}"/>
              </a:ext>
            </a:extLst>
          </p:cNvPr>
          <p:cNvSpPr/>
          <p:nvPr/>
        </p:nvSpPr>
        <p:spPr>
          <a:xfrm>
            <a:off x="6467017" y="2146371"/>
            <a:ext cx="51588" cy="74864"/>
          </a:xfrm>
          <a:prstGeom prst="ellipse">
            <a:avLst/>
          </a:prstGeom>
          <a:solidFill>
            <a:srgbClr val="F0CD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4720268-E672-9F11-7874-CF302E49F750}"/>
              </a:ext>
            </a:extLst>
          </p:cNvPr>
          <p:cNvSpPr/>
          <p:nvPr/>
        </p:nvSpPr>
        <p:spPr>
          <a:xfrm>
            <a:off x="6612190" y="1929872"/>
            <a:ext cx="92749" cy="83617"/>
          </a:xfrm>
          <a:prstGeom prst="ellipse">
            <a:avLst/>
          </a:prstGeom>
          <a:solidFill>
            <a:srgbClr val="B9B0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A8B74BBB-DCC4-6B09-9920-E83DE769A2A1}"/>
              </a:ext>
            </a:extLst>
          </p:cNvPr>
          <p:cNvSpPr/>
          <p:nvPr/>
        </p:nvSpPr>
        <p:spPr>
          <a:xfrm>
            <a:off x="6630403" y="2014911"/>
            <a:ext cx="92749" cy="83617"/>
          </a:xfrm>
          <a:prstGeom prst="ellipse">
            <a:avLst/>
          </a:prstGeom>
          <a:solidFill>
            <a:srgbClr val="B9B0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17D271EA-F703-E538-0BFC-068B55B97969}"/>
              </a:ext>
            </a:extLst>
          </p:cNvPr>
          <p:cNvSpPr/>
          <p:nvPr/>
        </p:nvSpPr>
        <p:spPr>
          <a:xfrm>
            <a:off x="6700294" y="1988514"/>
            <a:ext cx="92749" cy="83617"/>
          </a:xfrm>
          <a:prstGeom prst="ellipse">
            <a:avLst/>
          </a:prstGeom>
          <a:solidFill>
            <a:srgbClr val="B9B0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35F9F6A2-47AC-3A11-2F73-FC74E66489D4}"/>
              </a:ext>
            </a:extLst>
          </p:cNvPr>
          <p:cNvSpPr/>
          <p:nvPr/>
        </p:nvSpPr>
        <p:spPr>
          <a:xfrm>
            <a:off x="6752443" y="2072518"/>
            <a:ext cx="92749" cy="83617"/>
          </a:xfrm>
          <a:prstGeom prst="ellipse">
            <a:avLst/>
          </a:prstGeom>
          <a:solidFill>
            <a:srgbClr val="86BC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99A1136-92FD-C6B8-71A4-83482BC72C2E}"/>
              </a:ext>
            </a:extLst>
          </p:cNvPr>
          <p:cNvSpPr/>
          <p:nvPr/>
        </p:nvSpPr>
        <p:spPr>
          <a:xfrm>
            <a:off x="6834772" y="2035404"/>
            <a:ext cx="92749" cy="83617"/>
          </a:xfrm>
          <a:prstGeom prst="ellipse">
            <a:avLst/>
          </a:prstGeom>
          <a:solidFill>
            <a:srgbClr val="86BC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4D6BB4B-4D85-7ED0-6DE7-96C5FC877750}"/>
              </a:ext>
            </a:extLst>
          </p:cNvPr>
          <p:cNvSpPr/>
          <p:nvPr/>
        </p:nvSpPr>
        <p:spPr>
          <a:xfrm>
            <a:off x="6700294" y="2235007"/>
            <a:ext cx="92749" cy="83617"/>
          </a:xfrm>
          <a:prstGeom prst="ellipse">
            <a:avLst/>
          </a:prstGeom>
          <a:solidFill>
            <a:srgbClr val="797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04F2D21E-EADF-214A-20B5-C5A8937EA306}"/>
              </a:ext>
            </a:extLst>
          </p:cNvPr>
          <p:cNvSpPr/>
          <p:nvPr/>
        </p:nvSpPr>
        <p:spPr>
          <a:xfrm>
            <a:off x="6653919" y="2137351"/>
            <a:ext cx="92749" cy="83617"/>
          </a:xfrm>
          <a:prstGeom prst="ellipse">
            <a:avLst/>
          </a:prstGeom>
          <a:solidFill>
            <a:srgbClr val="797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67EF33E-40DA-C9B0-F2DF-DF842B6CD490}"/>
              </a:ext>
            </a:extLst>
          </p:cNvPr>
          <p:cNvSpPr/>
          <p:nvPr/>
        </p:nvSpPr>
        <p:spPr>
          <a:xfrm>
            <a:off x="6678394" y="2125324"/>
            <a:ext cx="92749" cy="83617"/>
          </a:xfrm>
          <a:prstGeom prst="ellipse">
            <a:avLst/>
          </a:prstGeom>
          <a:solidFill>
            <a:srgbClr val="797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A0AA3D06-BBCA-A4AA-E3A0-5F245AF5D3A7}"/>
              </a:ext>
            </a:extLst>
          </p:cNvPr>
          <p:cNvSpPr/>
          <p:nvPr/>
        </p:nvSpPr>
        <p:spPr>
          <a:xfrm>
            <a:off x="6662577" y="2075863"/>
            <a:ext cx="92749" cy="83617"/>
          </a:xfrm>
          <a:prstGeom prst="ellipse">
            <a:avLst/>
          </a:prstGeom>
          <a:solidFill>
            <a:srgbClr val="797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0716D685-E4AC-E908-57AD-5ECC7B6B3AB7}"/>
              </a:ext>
            </a:extLst>
          </p:cNvPr>
          <p:cNvSpPr/>
          <p:nvPr/>
        </p:nvSpPr>
        <p:spPr>
          <a:xfrm>
            <a:off x="6703989" y="2184524"/>
            <a:ext cx="92749" cy="83617"/>
          </a:xfrm>
          <a:prstGeom prst="ellipse">
            <a:avLst/>
          </a:prstGeom>
          <a:solidFill>
            <a:srgbClr val="797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19A8AEAF-F82F-98BB-216C-E3B575F498EC}"/>
              </a:ext>
            </a:extLst>
          </p:cNvPr>
          <p:cNvSpPr/>
          <p:nvPr/>
        </p:nvSpPr>
        <p:spPr>
          <a:xfrm>
            <a:off x="3291840" y="906295"/>
            <a:ext cx="2412274" cy="1471999"/>
          </a:xfrm>
          <a:custGeom>
            <a:avLst/>
            <a:gdLst>
              <a:gd name="connsiteX0" fmla="*/ 69669 w 2412274"/>
              <a:gd name="connsiteY0" fmla="*/ 26376 h 1471999"/>
              <a:gd name="connsiteX1" fmla="*/ 26126 w 2412274"/>
              <a:gd name="connsiteY1" fmla="*/ 52502 h 1471999"/>
              <a:gd name="connsiteX2" fmla="*/ 0 w 2412274"/>
              <a:gd name="connsiteY2" fmla="*/ 139588 h 1471999"/>
              <a:gd name="connsiteX3" fmla="*/ 69669 w 2412274"/>
              <a:gd name="connsiteY3" fmla="*/ 339885 h 1471999"/>
              <a:gd name="connsiteX4" fmla="*/ 156754 w 2412274"/>
              <a:gd name="connsiteY4" fmla="*/ 426971 h 1471999"/>
              <a:gd name="connsiteX5" fmla="*/ 182880 w 2412274"/>
              <a:gd name="connsiteY5" fmla="*/ 444388 h 1471999"/>
              <a:gd name="connsiteX6" fmla="*/ 287383 w 2412274"/>
              <a:gd name="connsiteY6" fmla="*/ 470514 h 1471999"/>
              <a:gd name="connsiteX7" fmla="*/ 374469 w 2412274"/>
              <a:gd name="connsiteY7" fmla="*/ 487931 h 1471999"/>
              <a:gd name="connsiteX8" fmla="*/ 653143 w 2412274"/>
              <a:gd name="connsiteY8" fmla="*/ 522765 h 1471999"/>
              <a:gd name="connsiteX9" fmla="*/ 853440 w 2412274"/>
              <a:gd name="connsiteY9" fmla="*/ 609851 h 1471999"/>
              <a:gd name="connsiteX10" fmla="*/ 914400 w 2412274"/>
              <a:gd name="connsiteY10" fmla="*/ 627268 h 1471999"/>
              <a:gd name="connsiteX11" fmla="*/ 1027611 w 2412274"/>
              <a:gd name="connsiteY11" fmla="*/ 705645 h 1471999"/>
              <a:gd name="connsiteX12" fmla="*/ 1105989 w 2412274"/>
              <a:gd name="connsiteY12" fmla="*/ 836274 h 1471999"/>
              <a:gd name="connsiteX13" fmla="*/ 1123406 w 2412274"/>
              <a:gd name="connsiteY13" fmla="*/ 879816 h 1471999"/>
              <a:gd name="connsiteX14" fmla="*/ 1158240 w 2412274"/>
              <a:gd name="connsiteY14" fmla="*/ 984319 h 1471999"/>
              <a:gd name="connsiteX15" fmla="*/ 1254034 w 2412274"/>
              <a:gd name="connsiteY15" fmla="*/ 1175908 h 1471999"/>
              <a:gd name="connsiteX16" fmla="*/ 1410789 w 2412274"/>
              <a:gd name="connsiteY16" fmla="*/ 1350079 h 1471999"/>
              <a:gd name="connsiteX17" fmla="*/ 1445623 w 2412274"/>
              <a:gd name="connsiteY17" fmla="*/ 1367496 h 1471999"/>
              <a:gd name="connsiteX18" fmla="*/ 1576251 w 2412274"/>
              <a:gd name="connsiteY18" fmla="*/ 1376205 h 1471999"/>
              <a:gd name="connsiteX19" fmla="*/ 1698171 w 2412274"/>
              <a:gd name="connsiteY19" fmla="*/ 1350079 h 1471999"/>
              <a:gd name="connsiteX20" fmla="*/ 1733006 w 2412274"/>
              <a:gd name="connsiteY20" fmla="*/ 1341371 h 1471999"/>
              <a:gd name="connsiteX21" fmla="*/ 1994263 w 2412274"/>
              <a:gd name="connsiteY21" fmla="*/ 1367496 h 1471999"/>
              <a:gd name="connsiteX22" fmla="*/ 2046514 w 2412274"/>
              <a:gd name="connsiteY22" fmla="*/ 1411039 h 1471999"/>
              <a:gd name="connsiteX23" fmla="*/ 2090057 w 2412274"/>
              <a:gd name="connsiteY23" fmla="*/ 1471999 h 1471999"/>
              <a:gd name="connsiteX24" fmla="*/ 2229394 w 2412274"/>
              <a:gd name="connsiteY24" fmla="*/ 1445874 h 1471999"/>
              <a:gd name="connsiteX25" fmla="*/ 2246811 w 2412274"/>
              <a:gd name="connsiteY25" fmla="*/ 1411039 h 1471999"/>
              <a:gd name="connsiteX26" fmla="*/ 2264229 w 2412274"/>
              <a:gd name="connsiteY26" fmla="*/ 1384914 h 1471999"/>
              <a:gd name="connsiteX27" fmla="*/ 2281646 w 2412274"/>
              <a:gd name="connsiteY27" fmla="*/ 1341371 h 1471999"/>
              <a:gd name="connsiteX28" fmla="*/ 2316480 w 2412274"/>
              <a:gd name="connsiteY28" fmla="*/ 1332662 h 1471999"/>
              <a:gd name="connsiteX29" fmla="*/ 2368731 w 2412274"/>
              <a:gd name="connsiteY29" fmla="*/ 1306536 h 1471999"/>
              <a:gd name="connsiteX30" fmla="*/ 2377440 w 2412274"/>
              <a:gd name="connsiteY30" fmla="*/ 1280411 h 1471999"/>
              <a:gd name="connsiteX31" fmla="*/ 2394857 w 2412274"/>
              <a:gd name="connsiteY31" fmla="*/ 1245576 h 1471999"/>
              <a:gd name="connsiteX32" fmla="*/ 2412274 w 2412274"/>
              <a:gd name="connsiteY32" fmla="*/ 1045279 h 1471999"/>
              <a:gd name="connsiteX33" fmla="*/ 2403566 w 2412274"/>
              <a:gd name="connsiteY33" fmla="*/ 949485 h 1471999"/>
              <a:gd name="connsiteX34" fmla="*/ 2316480 w 2412274"/>
              <a:gd name="connsiteY34" fmla="*/ 827565 h 1471999"/>
              <a:gd name="connsiteX35" fmla="*/ 2194560 w 2412274"/>
              <a:gd name="connsiteY35" fmla="*/ 740479 h 1471999"/>
              <a:gd name="connsiteX36" fmla="*/ 1950720 w 2412274"/>
              <a:gd name="connsiteY36" fmla="*/ 627268 h 1471999"/>
              <a:gd name="connsiteX37" fmla="*/ 1820091 w 2412274"/>
              <a:gd name="connsiteY37" fmla="*/ 557599 h 1471999"/>
              <a:gd name="connsiteX38" fmla="*/ 1672046 w 2412274"/>
              <a:gd name="connsiteY38" fmla="*/ 444388 h 1471999"/>
              <a:gd name="connsiteX39" fmla="*/ 1611086 w 2412274"/>
              <a:gd name="connsiteY39" fmla="*/ 383428 h 1471999"/>
              <a:gd name="connsiteX40" fmla="*/ 1524000 w 2412274"/>
              <a:gd name="connsiteY40" fmla="*/ 331176 h 1471999"/>
              <a:gd name="connsiteX41" fmla="*/ 1262743 w 2412274"/>
              <a:gd name="connsiteY41" fmla="*/ 165714 h 1471999"/>
              <a:gd name="connsiteX42" fmla="*/ 1140823 w 2412274"/>
              <a:gd name="connsiteY42" fmla="*/ 122171 h 1471999"/>
              <a:gd name="connsiteX43" fmla="*/ 1114697 w 2412274"/>
              <a:gd name="connsiteY43" fmla="*/ 104754 h 1471999"/>
              <a:gd name="connsiteX44" fmla="*/ 940526 w 2412274"/>
              <a:gd name="connsiteY44" fmla="*/ 87336 h 1471999"/>
              <a:gd name="connsiteX45" fmla="*/ 748937 w 2412274"/>
              <a:gd name="connsiteY45" fmla="*/ 61211 h 1471999"/>
              <a:gd name="connsiteX46" fmla="*/ 609600 w 2412274"/>
              <a:gd name="connsiteY46" fmla="*/ 26376 h 1471999"/>
              <a:gd name="connsiteX47" fmla="*/ 522514 w 2412274"/>
              <a:gd name="connsiteY47" fmla="*/ 8959 h 1471999"/>
              <a:gd name="connsiteX48" fmla="*/ 496389 w 2412274"/>
              <a:gd name="connsiteY48" fmla="*/ 251 h 1471999"/>
              <a:gd name="connsiteX49" fmla="*/ 69669 w 2412274"/>
              <a:gd name="connsiteY49" fmla="*/ 26376 h 147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412274" h="1471999">
                <a:moveTo>
                  <a:pt x="69669" y="26376"/>
                </a:moveTo>
                <a:cubicBezTo>
                  <a:pt x="-8708" y="35084"/>
                  <a:pt x="36518" y="39141"/>
                  <a:pt x="26126" y="52502"/>
                </a:cubicBezTo>
                <a:cubicBezTo>
                  <a:pt x="18316" y="62543"/>
                  <a:pt x="4432" y="121863"/>
                  <a:pt x="0" y="139588"/>
                </a:cubicBezTo>
                <a:cubicBezTo>
                  <a:pt x="23223" y="206354"/>
                  <a:pt x="35819" y="277827"/>
                  <a:pt x="69669" y="339885"/>
                </a:cubicBezTo>
                <a:cubicBezTo>
                  <a:pt x="89327" y="375925"/>
                  <a:pt x="122596" y="404199"/>
                  <a:pt x="156754" y="426971"/>
                </a:cubicBezTo>
                <a:cubicBezTo>
                  <a:pt x="165463" y="432777"/>
                  <a:pt x="172951" y="441078"/>
                  <a:pt x="182880" y="444388"/>
                </a:cubicBezTo>
                <a:cubicBezTo>
                  <a:pt x="216944" y="455743"/>
                  <a:pt x="252369" y="462556"/>
                  <a:pt x="287383" y="470514"/>
                </a:cubicBezTo>
                <a:cubicBezTo>
                  <a:pt x="316250" y="477075"/>
                  <a:pt x="345163" y="483744"/>
                  <a:pt x="374469" y="487931"/>
                </a:cubicBezTo>
                <a:cubicBezTo>
                  <a:pt x="467142" y="501170"/>
                  <a:pt x="560252" y="511154"/>
                  <a:pt x="653143" y="522765"/>
                </a:cubicBezTo>
                <a:cubicBezTo>
                  <a:pt x="719909" y="551794"/>
                  <a:pt x="785844" y="582812"/>
                  <a:pt x="853440" y="609851"/>
                </a:cubicBezTo>
                <a:cubicBezTo>
                  <a:pt x="873062" y="617700"/>
                  <a:pt x="895498" y="617817"/>
                  <a:pt x="914400" y="627268"/>
                </a:cubicBezTo>
                <a:cubicBezTo>
                  <a:pt x="944556" y="642346"/>
                  <a:pt x="995531" y="681584"/>
                  <a:pt x="1027611" y="705645"/>
                </a:cubicBezTo>
                <a:cubicBezTo>
                  <a:pt x="1053737" y="749188"/>
                  <a:pt x="1081517" y="791780"/>
                  <a:pt x="1105989" y="836274"/>
                </a:cubicBezTo>
                <a:cubicBezTo>
                  <a:pt x="1113522" y="849971"/>
                  <a:pt x="1118203" y="865075"/>
                  <a:pt x="1123406" y="879816"/>
                </a:cubicBezTo>
                <a:cubicBezTo>
                  <a:pt x="1135627" y="914441"/>
                  <a:pt x="1142712" y="951045"/>
                  <a:pt x="1158240" y="984319"/>
                </a:cubicBezTo>
                <a:cubicBezTo>
                  <a:pt x="1182246" y="1035761"/>
                  <a:pt x="1218179" y="1122126"/>
                  <a:pt x="1254034" y="1175908"/>
                </a:cubicBezTo>
                <a:cubicBezTo>
                  <a:pt x="1311627" y="1262297"/>
                  <a:pt x="1329021" y="1285833"/>
                  <a:pt x="1410789" y="1350079"/>
                </a:cubicBezTo>
                <a:cubicBezTo>
                  <a:pt x="1420997" y="1358099"/>
                  <a:pt x="1432800" y="1365471"/>
                  <a:pt x="1445623" y="1367496"/>
                </a:cubicBezTo>
                <a:cubicBezTo>
                  <a:pt x="1488728" y="1374302"/>
                  <a:pt x="1532708" y="1373302"/>
                  <a:pt x="1576251" y="1376205"/>
                </a:cubicBezTo>
                <a:lnTo>
                  <a:pt x="1698171" y="1350079"/>
                </a:lnTo>
                <a:cubicBezTo>
                  <a:pt x="1709855" y="1347483"/>
                  <a:pt x="1721058" y="1340668"/>
                  <a:pt x="1733006" y="1341371"/>
                </a:cubicBezTo>
                <a:cubicBezTo>
                  <a:pt x="1820375" y="1346510"/>
                  <a:pt x="1907177" y="1358788"/>
                  <a:pt x="1994263" y="1367496"/>
                </a:cubicBezTo>
                <a:cubicBezTo>
                  <a:pt x="2011680" y="1382010"/>
                  <a:pt x="2030483" y="1395007"/>
                  <a:pt x="2046514" y="1411039"/>
                </a:cubicBezTo>
                <a:cubicBezTo>
                  <a:pt x="2057314" y="1421839"/>
                  <a:pt x="2080168" y="1457166"/>
                  <a:pt x="2090057" y="1471999"/>
                </a:cubicBezTo>
                <a:cubicBezTo>
                  <a:pt x="2136503" y="1463291"/>
                  <a:pt x="2185352" y="1463001"/>
                  <a:pt x="2229394" y="1445874"/>
                </a:cubicBezTo>
                <a:cubicBezTo>
                  <a:pt x="2241493" y="1441169"/>
                  <a:pt x="2240370" y="1422311"/>
                  <a:pt x="2246811" y="1411039"/>
                </a:cubicBezTo>
                <a:cubicBezTo>
                  <a:pt x="2252004" y="1401952"/>
                  <a:pt x="2259548" y="1394275"/>
                  <a:pt x="2264229" y="1384914"/>
                </a:cubicBezTo>
                <a:cubicBezTo>
                  <a:pt x="2271220" y="1370932"/>
                  <a:pt x="2270592" y="1352425"/>
                  <a:pt x="2281646" y="1341371"/>
                </a:cubicBezTo>
                <a:cubicBezTo>
                  <a:pt x="2290109" y="1332908"/>
                  <a:pt x="2305367" y="1337107"/>
                  <a:pt x="2316480" y="1332662"/>
                </a:cubicBezTo>
                <a:cubicBezTo>
                  <a:pt x="2334560" y="1325430"/>
                  <a:pt x="2351314" y="1315245"/>
                  <a:pt x="2368731" y="1306536"/>
                </a:cubicBezTo>
                <a:cubicBezTo>
                  <a:pt x="2371634" y="1297828"/>
                  <a:pt x="2373824" y="1288848"/>
                  <a:pt x="2377440" y="1280411"/>
                </a:cubicBezTo>
                <a:cubicBezTo>
                  <a:pt x="2382554" y="1268479"/>
                  <a:pt x="2391938" y="1258226"/>
                  <a:pt x="2394857" y="1245576"/>
                </a:cubicBezTo>
                <a:cubicBezTo>
                  <a:pt x="2401690" y="1215965"/>
                  <a:pt x="2411575" y="1055066"/>
                  <a:pt x="2412274" y="1045279"/>
                </a:cubicBezTo>
                <a:cubicBezTo>
                  <a:pt x="2409371" y="1013348"/>
                  <a:pt x="2412779" y="980196"/>
                  <a:pt x="2403566" y="949485"/>
                </a:cubicBezTo>
                <a:cubicBezTo>
                  <a:pt x="2390103" y="904607"/>
                  <a:pt x="2353651" y="856910"/>
                  <a:pt x="2316480" y="827565"/>
                </a:cubicBezTo>
                <a:cubicBezTo>
                  <a:pt x="2277281" y="796618"/>
                  <a:pt x="2237250" y="766398"/>
                  <a:pt x="2194560" y="740479"/>
                </a:cubicBezTo>
                <a:cubicBezTo>
                  <a:pt x="2098897" y="682398"/>
                  <a:pt x="2050369" y="675374"/>
                  <a:pt x="1950720" y="627268"/>
                </a:cubicBezTo>
                <a:cubicBezTo>
                  <a:pt x="1906279" y="605814"/>
                  <a:pt x="1862577" y="582704"/>
                  <a:pt x="1820091" y="557599"/>
                </a:cubicBezTo>
                <a:cubicBezTo>
                  <a:pt x="1787724" y="538473"/>
                  <a:pt x="1691031" y="461140"/>
                  <a:pt x="1672046" y="444388"/>
                </a:cubicBezTo>
                <a:cubicBezTo>
                  <a:pt x="1650498" y="425375"/>
                  <a:pt x="1633913" y="400884"/>
                  <a:pt x="1611086" y="383428"/>
                </a:cubicBezTo>
                <a:cubicBezTo>
                  <a:pt x="1584195" y="362864"/>
                  <a:pt x="1552167" y="349954"/>
                  <a:pt x="1524000" y="331176"/>
                </a:cubicBezTo>
                <a:cubicBezTo>
                  <a:pt x="1436444" y="272805"/>
                  <a:pt x="1365884" y="202550"/>
                  <a:pt x="1262743" y="165714"/>
                </a:cubicBezTo>
                <a:cubicBezTo>
                  <a:pt x="1222103" y="151200"/>
                  <a:pt x="1180727" y="138602"/>
                  <a:pt x="1140823" y="122171"/>
                </a:cubicBezTo>
                <a:cubicBezTo>
                  <a:pt x="1131145" y="118186"/>
                  <a:pt x="1125009" y="106547"/>
                  <a:pt x="1114697" y="104754"/>
                </a:cubicBezTo>
                <a:cubicBezTo>
                  <a:pt x="1057213" y="94757"/>
                  <a:pt x="998563" y="93340"/>
                  <a:pt x="940526" y="87336"/>
                </a:cubicBezTo>
                <a:cubicBezTo>
                  <a:pt x="881955" y="81277"/>
                  <a:pt x="804242" y="72654"/>
                  <a:pt x="748937" y="61211"/>
                </a:cubicBezTo>
                <a:cubicBezTo>
                  <a:pt x="702055" y="51511"/>
                  <a:pt x="656249" y="37141"/>
                  <a:pt x="609600" y="26376"/>
                </a:cubicBezTo>
                <a:cubicBezTo>
                  <a:pt x="580755" y="19719"/>
                  <a:pt x="551359" y="15615"/>
                  <a:pt x="522514" y="8959"/>
                </a:cubicBezTo>
                <a:cubicBezTo>
                  <a:pt x="513570" y="6895"/>
                  <a:pt x="505567" y="435"/>
                  <a:pt x="496389" y="251"/>
                </a:cubicBezTo>
                <a:cubicBezTo>
                  <a:pt x="359982" y="-2477"/>
                  <a:pt x="148046" y="17668"/>
                  <a:pt x="69669" y="26376"/>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30856F89-E51B-041F-2519-725E4D4AC392}"/>
              </a:ext>
            </a:extLst>
          </p:cNvPr>
          <p:cNvSpPr/>
          <p:nvPr/>
        </p:nvSpPr>
        <p:spPr>
          <a:xfrm>
            <a:off x="4795353" y="2252268"/>
            <a:ext cx="517752" cy="550319"/>
          </a:xfrm>
          <a:custGeom>
            <a:avLst/>
            <a:gdLst>
              <a:gd name="connsiteX0" fmla="*/ 64030 w 517752"/>
              <a:gd name="connsiteY0" fmla="*/ 45222 h 550319"/>
              <a:gd name="connsiteX1" fmla="*/ 3070 w 517752"/>
              <a:gd name="connsiteY1" fmla="*/ 184559 h 550319"/>
              <a:gd name="connsiteX2" fmla="*/ 11778 w 517752"/>
              <a:gd name="connsiteY2" fmla="*/ 402273 h 550319"/>
              <a:gd name="connsiteX3" fmla="*/ 72738 w 517752"/>
              <a:gd name="connsiteY3" fmla="*/ 463233 h 550319"/>
              <a:gd name="connsiteX4" fmla="*/ 212076 w 517752"/>
              <a:gd name="connsiteY4" fmla="*/ 524193 h 550319"/>
              <a:gd name="connsiteX5" fmla="*/ 264327 w 517752"/>
              <a:gd name="connsiteY5" fmla="*/ 550319 h 550319"/>
              <a:gd name="connsiteX6" fmla="*/ 333996 w 517752"/>
              <a:gd name="connsiteY6" fmla="*/ 541611 h 550319"/>
              <a:gd name="connsiteX7" fmla="*/ 429790 w 517752"/>
              <a:gd name="connsiteY7" fmla="*/ 506776 h 550319"/>
              <a:gd name="connsiteX8" fmla="*/ 429790 w 517752"/>
              <a:gd name="connsiteY8" fmla="*/ 315188 h 550319"/>
              <a:gd name="connsiteX9" fmla="*/ 403664 w 517752"/>
              <a:gd name="connsiteY9" fmla="*/ 289062 h 550319"/>
              <a:gd name="connsiteX10" fmla="*/ 377538 w 517752"/>
              <a:gd name="connsiteY10" fmla="*/ 254228 h 550319"/>
              <a:gd name="connsiteX11" fmla="*/ 438498 w 517752"/>
              <a:gd name="connsiteY11" fmla="*/ 184559 h 550319"/>
              <a:gd name="connsiteX12" fmla="*/ 482041 w 517752"/>
              <a:gd name="connsiteY12" fmla="*/ 149725 h 550319"/>
              <a:gd name="connsiteX13" fmla="*/ 516876 w 517752"/>
              <a:gd name="connsiteY13" fmla="*/ 80056 h 550319"/>
              <a:gd name="connsiteX14" fmla="*/ 499458 w 517752"/>
              <a:gd name="connsiteY14" fmla="*/ 53931 h 550319"/>
              <a:gd name="connsiteX15" fmla="*/ 455916 w 517752"/>
              <a:gd name="connsiteY15" fmla="*/ 1679 h 550319"/>
              <a:gd name="connsiteX16" fmla="*/ 403664 w 517752"/>
              <a:gd name="connsiteY16" fmla="*/ 1679 h 55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752" h="550319">
                <a:moveTo>
                  <a:pt x="64030" y="45222"/>
                </a:moveTo>
                <a:cubicBezTo>
                  <a:pt x="24211" y="100969"/>
                  <a:pt x="5241" y="110733"/>
                  <a:pt x="3070" y="184559"/>
                </a:cubicBezTo>
                <a:cubicBezTo>
                  <a:pt x="935" y="257157"/>
                  <a:pt x="-5837" y="331812"/>
                  <a:pt x="11778" y="402273"/>
                </a:cubicBezTo>
                <a:cubicBezTo>
                  <a:pt x="18748" y="430152"/>
                  <a:pt x="50662" y="444836"/>
                  <a:pt x="72738" y="463233"/>
                </a:cubicBezTo>
                <a:cubicBezTo>
                  <a:pt x="111544" y="495571"/>
                  <a:pt x="168367" y="506195"/>
                  <a:pt x="212076" y="524193"/>
                </a:cubicBezTo>
                <a:cubicBezTo>
                  <a:pt x="230082" y="531607"/>
                  <a:pt x="246910" y="541610"/>
                  <a:pt x="264327" y="550319"/>
                </a:cubicBezTo>
                <a:cubicBezTo>
                  <a:pt x="287550" y="547416"/>
                  <a:pt x="311112" y="546515"/>
                  <a:pt x="333996" y="541611"/>
                </a:cubicBezTo>
                <a:cubicBezTo>
                  <a:pt x="358069" y="536453"/>
                  <a:pt x="405821" y="516363"/>
                  <a:pt x="429790" y="506776"/>
                </a:cubicBezTo>
                <a:cubicBezTo>
                  <a:pt x="448235" y="432991"/>
                  <a:pt x="452081" y="432214"/>
                  <a:pt x="429790" y="315188"/>
                </a:cubicBezTo>
                <a:cubicBezTo>
                  <a:pt x="427486" y="303090"/>
                  <a:pt x="411679" y="298413"/>
                  <a:pt x="403664" y="289062"/>
                </a:cubicBezTo>
                <a:cubicBezTo>
                  <a:pt x="394218" y="278042"/>
                  <a:pt x="386247" y="265839"/>
                  <a:pt x="377538" y="254228"/>
                </a:cubicBezTo>
                <a:cubicBezTo>
                  <a:pt x="392867" y="162259"/>
                  <a:pt x="365751" y="230026"/>
                  <a:pt x="438498" y="184559"/>
                </a:cubicBezTo>
                <a:cubicBezTo>
                  <a:pt x="528531" y="128289"/>
                  <a:pt x="386768" y="181481"/>
                  <a:pt x="482041" y="149725"/>
                </a:cubicBezTo>
                <a:cubicBezTo>
                  <a:pt x="505263" y="126503"/>
                  <a:pt x="521820" y="119607"/>
                  <a:pt x="516876" y="80056"/>
                </a:cubicBezTo>
                <a:cubicBezTo>
                  <a:pt x="515578" y="69670"/>
                  <a:pt x="504651" y="63018"/>
                  <a:pt x="499458" y="53931"/>
                </a:cubicBezTo>
                <a:cubicBezTo>
                  <a:pt x="487069" y="32250"/>
                  <a:pt x="485016" y="8146"/>
                  <a:pt x="455916" y="1679"/>
                </a:cubicBezTo>
                <a:cubicBezTo>
                  <a:pt x="438913" y="-2099"/>
                  <a:pt x="421081" y="1679"/>
                  <a:pt x="403664" y="167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9DB7AFDB-8825-5024-2B0A-77B48518237C}"/>
              </a:ext>
            </a:extLst>
          </p:cNvPr>
          <p:cNvSpPr/>
          <p:nvPr/>
        </p:nvSpPr>
        <p:spPr>
          <a:xfrm>
            <a:off x="5190309" y="2494973"/>
            <a:ext cx="339634" cy="367574"/>
          </a:xfrm>
          <a:custGeom>
            <a:avLst/>
            <a:gdLst>
              <a:gd name="connsiteX0" fmla="*/ 296091 w 339634"/>
              <a:gd name="connsiteY0" fmla="*/ 1814 h 367574"/>
              <a:gd name="connsiteX1" fmla="*/ 43542 w 339634"/>
              <a:gd name="connsiteY1" fmla="*/ 27940 h 367574"/>
              <a:gd name="connsiteX2" fmla="*/ 8708 w 339634"/>
              <a:gd name="connsiteY2" fmla="*/ 54066 h 367574"/>
              <a:gd name="connsiteX3" fmla="*/ 0 w 339634"/>
              <a:gd name="connsiteY3" fmla="*/ 88900 h 367574"/>
              <a:gd name="connsiteX4" fmla="*/ 8708 w 339634"/>
              <a:gd name="connsiteY4" fmla="*/ 115026 h 367574"/>
              <a:gd name="connsiteX5" fmla="*/ 17417 w 339634"/>
              <a:gd name="connsiteY5" fmla="*/ 158568 h 367574"/>
              <a:gd name="connsiteX6" fmla="*/ 26125 w 339634"/>
              <a:gd name="connsiteY6" fmla="*/ 289197 h 367574"/>
              <a:gd name="connsiteX7" fmla="*/ 95794 w 339634"/>
              <a:gd name="connsiteY7" fmla="*/ 324031 h 367574"/>
              <a:gd name="connsiteX8" fmla="*/ 165462 w 339634"/>
              <a:gd name="connsiteY8" fmla="*/ 367574 h 367574"/>
              <a:gd name="connsiteX9" fmla="*/ 296091 w 339634"/>
              <a:gd name="connsiteY9" fmla="*/ 350157 h 367574"/>
              <a:gd name="connsiteX10" fmla="*/ 322217 w 339634"/>
              <a:gd name="connsiteY10" fmla="*/ 315323 h 367574"/>
              <a:gd name="connsiteX11" fmla="*/ 330925 w 339634"/>
              <a:gd name="connsiteY11" fmla="*/ 202111 h 367574"/>
              <a:gd name="connsiteX12" fmla="*/ 339634 w 339634"/>
              <a:gd name="connsiteY12" fmla="*/ 167277 h 367574"/>
              <a:gd name="connsiteX13" fmla="*/ 330925 w 339634"/>
              <a:gd name="connsiteY13" fmla="*/ 106317 h 367574"/>
              <a:gd name="connsiteX14" fmla="*/ 304800 w 339634"/>
              <a:gd name="connsiteY14" fmla="*/ 71483 h 367574"/>
              <a:gd name="connsiteX15" fmla="*/ 287382 w 339634"/>
              <a:gd name="connsiteY15" fmla="*/ 45357 h 367574"/>
              <a:gd name="connsiteX16" fmla="*/ 296091 w 339634"/>
              <a:gd name="connsiteY16" fmla="*/ 1814 h 36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9634" h="367574">
                <a:moveTo>
                  <a:pt x="296091" y="1814"/>
                </a:moveTo>
                <a:cubicBezTo>
                  <a:pt x="255451" y="-1089"/>
                  <a:pt x="115443" y="-4743"/>
                  <a:pt x="43542" y="27940"/>
                </a:cubicBezTo>
                <a:cubicBezTo>
                  <a:pt x="30329" y="33946"/>
                  <a:pt x="20319" y="45357"/>
                  <a:pt x="8708" y="54066"/>
                </a:cubicBezTo>
                <a:cubicBezTo>
                  <a:pt x="5805" y="65677"/>
                  <a:pt x="0" y="76931"/>
                  <a:pt x="0" y="88900"/>
                </a:cubicBezTo>
                <a:cubicBezTo>
                  <a:pt x="0" y="98080"/>
                  <a:pt x="6482" y="106120"/>
                  <a:pt x="8708" y="115026"/>
                </a:cubicBezTo>
                <a:cubicBezTo>
                  <a:pt x="12298" y="129386"/>
                  <a:pt x="14514" y="144054"/>
                  <a:pt x="17417" y="158568"/>
                </a:cubicBezTo>
                <a:cubicBezTo>
                  <a:pt x="20320" y="202111"/>
                  <a:pt x="7444" y="249758"/>
                  <a:pt x="26125" y="289197"/>
                </a:cubicBezTo>
                <a:cubicBezTo>
                  <a:pt x="37240" y="312662"/>
                  <a:pt x="72571" y="312420"/>
                  <a:pt x="95794" y="324031"/>
                </a:cubicBezTo>
                <a:cubicBezTo>
                  <a:pt x="143609" y="347938"/>
                  <a:pt x="120244" y="333660"/>
                  <a:pt x="165462" y="367574"/>
                </a:cubicBezTo>
                <a:cubicBezTo>
                  <a:pt x="209005" y="361768"/>
                  <a:pt x="254417" y="364048"/>
                  <a:pt x="296091" y="350157"/>
                </a:cubicBezTo>
                <a:cubicBezTo>
                  <a:pt x="309860" y="345567"/>
                  <a:pt x="318893" y="329451"/>
                  <a:pt x="322217" y="315323"/>
                </a:cubicBezTo>
                <a:cubicBezTo>
                  <a:pt x="330886" y="278480"/>
                  <a:pt x="326503" y="239701"/>
                  <a:pt x="330925" y="202111"/>
                </a:cubicBezTo>
                <a:cubicBezTo>
                  <a:pt x="332323" y="190224"/>
                  <a:pt x="336731" y="178888"/>
                  <a:pt x="339634" y="167277"/>
                </a:cubicBezTo>
                <a:cubicBezTo>
                  <a:pt x="336731" y="146957"/>
                  <a:pt x="337940" y="125608"/>
                  <a:pt x="330925" y="106317"/>
                </a:cubicBezTo>
                <a:cubicBezTo>
                  <a:pt x="325965" y="92677"/>
                  <a:pt x="313236" y="83294"/>
                  <a:pt x="304800" y="71483"/>
                </a:cubicBezTo>
                <a:cubicBezTo>
                  <a:pt x="298716" y="62966"/>
                  <a:pt x="289921" y="55511"/>
                  <a:pt x="287382" y="45357"/>
                </a:cubicBezTo>
                <a:cubicBezTo>
                  <a:pt x="283862" y="31276"/>
                  <a:pt x="336731" y="4717"/>
                  <a:pt x="296091" y="1814"/>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Shape 75">
            <a:extLst>
              <a:ext uri="{FF2B5EF4-FFF2-40B4-BE49-F238E27FC236}">
                <a16:creationId xmlns:a16="http://schemas.microsoft.com/office/drawing/2014/main" id="{1BF591B9-0988-2998-EAB9-775B3A086436}"/>
              </a:ext>
            </a:extLst>
          </p:cNvPr>
          <p:cNvSpPr/>
          <p:nvPr/>
        </p:nvSpPr>
        <p:spPr>
          <a:xfrm>
            <a:off x="5412877" y="2176997"/>
            <a:ext cx="748937" cy="531223"/>
          </a:xfrm>
          <a:custGeom>
            <a:avLst/>
            <a:gdLst>
              <a:gd name="connsiteX0" fmla="*/ 217714 w 748937"/>
              <a:gd name="connsiteY0" fmla="*/ 95794 h 531223"/>
              <a:gd name="connsiteX1" fmla="*/ 400594 w 748937"/>
              <a:gd name="connsiteY1" fmla="*/ 52252 h 531223"/>
              <a:gd name="connsiteX2" fmla="*/ 418012 w 748937"/>
              <a:gd name="connsiteY2" fmla="*/ 34834 h 531223"/>
              <a:gd name="connsiteX3" fmla="*/ 444137 w 748937"/>
              <a:gd name="connsiteY3" fmla="*/ 17417 h 531223"/>
              <a:gd name="connsiteX4" fmla="*/ 513806 w 748937"/>
              <a:gd name="connsiteY4" fmla="*/ 0 h 531223"/>
              <a:gd name="connsiteX5" fmla="*/ 557349 w 748937"/>
              <a:gd name="connsiteY5" fmla="*/ 43543 h 531223"/>
              <a:gd name="connsiteX6" fmla="*/ 583474 w 748937"/>
              <a:gd name="connsiteY6" fmla="*/ 69669 h 531223"/>
              <a:gd name="connsiteX7" fmla="*/ 600892 w 748937"/>
              <a:gd name="connsiteY7" fmla="*/ 95794 h 531223"/>
              <a:gd name="connsiteX8" fmla="*/ 627017 w 748937"/>
              <a:gd name="connsiteY8" fmla="*/ 148046 h 531223"/>
              <a:gd name="connsiteX9" fmla="*/ 635726 w 748937"/>
              <a:gd name="connsiteY9" fmla="*/ 182880 h 531223"/>
              <a:gd name="connsiteX10" fmla="*/ 661852 w 748937"/>
              <a:gd name="connsiteY10" fmla="*/ 226423 h 531223"/>
              <a:gd name="connsiteX11" fmla="*/ 714103 w 748937"/>
              <a:gd name="connsiteY11" fmla="*/ 287383 h 531223"/>
              <a:gd name="connsiteX12" fmla="*/ 748937 w 748937"/>
              <a:gd name="connsiteY12" fmla="*/ 304800 h 531223"/>
              <a:gd name="connsiteX13" fmla="*/ 740229 w 748937"/>
              <a:gd name="connsiteY13" fmla="*/ 339634 h 531223"/>
              <a:gd name="connsiteX14" fmla="*/ 705394 w 748937"/>
              <a:gd name="connsiteY14" fmla="*/ 374469 h 531223"/>
              <a:gd name="connsiteX15" fmla="*/ 679269 w 748937"/>
              <a:gd name="connsiteY15" fmla="*/ 409303 h 531223"/>
              <a:gd name="connsiteX16" fmla="*/ 627017 w 748937"/>
              <a:gd name="connsiteY16" fmla="*/ 470263 h 531223"/>
              <a:gd name="connsiteX17" fmla="*/ 478972 w 748937"/>
              <a:gd name="connsiteY17" fmla="*/ 478972 h 531223"/>
              <a:gd name="connsiteX18" fmla="*/ 287383 w 748937"/>
              <a:gd name="connsiteY18" fmla="*/ 505097 h 531223"/>
              <a:gd name="connsiteX19" fmla="*/ 226423 w 748937"/>
              <a:gd name="connsiteY19" fmla="*/ 522514 h 531223"/>
              <a:gd name="connsiteX20" fmla="*/ 182880 w 748937"/>
              <a:gd name="connsiteY20" fmla="*/ 531223 h 531223"/>
              <a:gd name="connsiteX21" fmla="*/ 87086 w 748937"/>
              <a:gd name="connsiteY21" fmla="*/ 513806 h 531223"/>
              <a:gd name="connsiteX22" fmla="*/ 60960 w 748937"/>
              <a:gd name="connsiteY22" fmla="*/ 461554 h 531223"/>
              <a:gd name="connsiteX23" fmla="*/ 34834 w 748937"/>
              <a:gd name="connsiteY23" fmla="*/ 383177 h 531223"/>
              <a:gd name="connsiteX24" fmla="*/ 26126 w 748937"/>
              <a:gd name="connsiteY24" fmla="*/ 348343 h 531223"/>
              <a:gd name="connsiteX25" fmla="*/ 0 w 748937"/>
              <a:gd name="connsiteY25" fmla="*/ 278674 h 531223"/>
              <a:gd name="connsiteX26" fmla="*/ 8709 w 748937"/>
              <a:gd name="connsiteY26" fmla="*/ 252549 h 531223"/>
              <a:gd name="connsiteX27" fmla="*/ 78377 w 748937"/>
              <a:gd name="connsiteY27" fmla="*/ 243840 h 531223"/>
              <a:gd name="connsiteX28" fmla="*/ 95794 w 748937"/>
              <a:gd name="connsiteY28" fmla="*/ 235132 h 531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48937" h="531223">
                <a:moveTo>
                  <a:pt x="217714" y="95794"/>
                </a:moveTo>
                <a:cubicBezTo>
                  <a:pt x="280457" y="84386"/>
                  <a:pt x="341129" y="77029"/>
                  <a:pt x="400594" y="52252"/>
                </a:cubicBezTo>
                <a:cubicBezTo>
                  <a:pt x="408173" y="49094"/>
                  <a:pt x="411600" y="39963"/>
                  <a:pt x="418012" y="34834"/>
                </a:cubicBezTo>
                <a:cubicBezTo>
                  <a:pt x="426185" y="28296"/>
                  <a:pt x="434301" y="20994"/>
                  <a:pt x="444137" y="17417"/>
                </a:cubicBezTo>
                <a:cubicBezTo>
                  <a:pt x="466634" y="9236"/>
                  <a:pt x="490583" y="5806"/>
                  <a:pt x="513806" y="0"/>
                </a:cubicBezTo>
                <a:cubicBezTo>
                  <a:pt x="560808" y="15668"/>
                  <a:pt x="523721" y="-3537"/>
                  <a:pt x="557349" y="43543"/>
                </a:cubicBezTo>
                <a:cubicBezTo>
                  <a:pt x="564507" y="53565"/>
                  <a:pt x="575590" y="60208"/>
                  <a:pt x="583474" y="69669"/>
                </a:cubicBezTo>
                <a:cubicBezTo>
                  <a:pt x="590174" y="77709"/>
                  <a:pt x="595086" y="87086"/>
                  <a:pt x="600892" y="95794"/>
                </a:cubicBezTo>
                <a:cubicBezTo>
                  <a:pt x="637575" y="205853"/>
                  <a:pt x="576385" y="29905"/>
                  <a:pt x="627017" y="148046"/>
                </a:cubicBezTo>
                <a:cubicBezTo>
                  <a:pt x="631732" y="159047"/>
                  <a:pt x="630865" y="171943"/>
                  <a:pt x="635726" y="182880"/>
                </a:cubicBezTo>
                <a:cubicBezTo>
                  <a:pt x="642601" y="198348"/>
                  <a:pt x="652463" y="212339"/>
                  <a:pt x="661852" y="226423"/>
                </a:cubicBezTo>
                <a:cubicBezTo>
                  <a:pt x="672664" y="242642"/>
                  <a:pt x="696978" y="275151"/>
                  <a:pt x="714103" y="287383"/>
                </a:cubicBezTo>
                <a:cubicBezTo>
                  <a:pt x="724667" y="294929"/>
                  <a:pt x="737326" y="298994"/>
                  <a:pt x="748937" y="304800"/>
                </a:cubicBezTo>
                <a:cubicBezTo>
                  <a:pt x="746034" y="316411"/>
                  <a:pt x="746572" y="329485"/>
                  <a:pt x="740229" y="339634"/>
                </a:cubicBezTo>
                <a:cubicBezTo>
                  <a:pt x="731526" y="353559"/>
                  <a:pt x="716208" y="362111"/>
                  <a:pt x="705394" y="374469"/>
                </a:cubicBezTo>
                <a:cubicBezTo>
                  <a:pt x="695836" y="385392"/>
                  <a:pt x="686961" y="396995"/>
                  <a:pt x="679269" y="409303"/>
                </a:cubicBezTo>
                <a:cubicBezTo>
                  <a:pt x="664631" y="432724"/>
                  <a:pt x="661873" y="463624"/>
                  <a:pt x="627017" y="470263"/>
                </a:cubicBezTo>
                <a:cubicBezTo>
                  <a:pt x="578456" y="479513"/>
                  <a:pt x="528320" y="476069"/>
                  <a:pt x="478972" y="478972"/>
                </a:cubicBezTo>
                <a:cubicBezTo>
                  <a:pt x="361745" y="518047"/>
                  <a:pt x="497833" y="477648"/>
                  <a:pt x="287383" y="505097"/>
                </a:cubicBezTo>
                <a:cubicBezTo>
                  <a:pt x="266427" y="507830"/>
                  <a:pt x="246925" y="517388"/>
                  <a:pt x="226423" y="522514"/>
                </a:cubicBezTo>
                <a:cubicBezTo>
                  <a:pt x="212063" y="526104"/>
                  <a:pt x="197394" y="528320"/>
                  <a:pt x="182880" y="531223"/>
                </a:cubicBezTo>
                <a:cubicBezTo>
                  <a:pt x="150949" y="525417"/>
                  <a:pt x="115265" y="529908"/>
                  <a:pt x="87086" y="513806"/>
                </a:cubicBezTo>
                <a:cubicBezTo>
                  <a:pt x="70179" y="504145"/>
                  <a:pt x="68192" y="479634"/>
                  <a:pt x="60960" y="461554"/>
                </a:cubicBezTo>
                <a:cubicBezTo>
                  <a:pt x="50732" y="435985"/>
                  <a:pt x="43543" y="409303"/>
                  <a:pt x="34834" y="383177"/>
                </a:cubicBezTo>
                <a:cubicBezTo>
                  <a:pt x="31049" y="371823"/>
                  <a:pt x="30328" y="359550"/>
                  <a:pt x="26126" y="348343"/>
                </a:cubicBezTo>
                <a:cubicBezTo>
                  <a:pt x="-8031" y="257256"/>
                  <a:pt x="22356" y="368097"/>
                  <a:pt x="0" y="278674"/>
                </a:cubicBezTo>
                <a:cubicBezTo>
                  <a:pt x="2903" y="269966"/>
                  <a:pt x="321" y="256277"/>
                  <a:pt x="8709" y="252549"/>
                </a:cubicBezTo>
                <a:cubicBezTo>
                  <a:pt x="30095" y="243044"/>
                  <a:pt x="55428" y="248430"/>
                  <a:pt x="78377" y="243840"/>
                </a:cubicBezTo>
                <a:cubicBezTo>
                  <a:pt x="84742" y="242567"/>
                  <a:pt x="89988" y="238035"/>
                  <a:pt x="95794" y="23513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Shape 77">
            <a:extLst>
              <a:ext uri="{FF2B5EF4-FFF2-40B4-BE49-F238E27FC236}">
                <a16:creationId xmlns:a16="http://schemas.microsoft.com/office/drawing/2014/main" id="{20A00E8F-1DBD-B412-3EAA-D052AD3D4804}"/>
              </a:ext>
            </a:extLst>
          </p:cNvPr>
          <p:cNvSpPr/>
          <p:nvPr/>
        </p:nvSpPr>
        <p:spPr>
          <a:xfrm>
            <a:off x="5480217" y="2627416"/>
            <a:ext cx="621643" cy="454586"/>
          </a:xfrm>
          <a:custGeom>
            <a:avLst/>
            <a:gdLst>
              <a:gd name="connsiteX0" fmla="*/ 19746 w 621643"/>
              <a:gd name="connsiteY0" fmla="*/ 156754 h 454586"/>
              <a:gd name="connsiteX1" fmla="*/ 98123 w 621643"/>
              <a:gd name="connsiteY1" fmla="*/ 165463 h 454586"/>
              <a:gd name="connsiteX2" fmla="*/ 176500 w 621643"/>
              <a:gd name="connsiteY2" fmla="*/ 217714 h 454586"/>
              <a:gd name="connsiteX3" fmla="*/ 193917 w 621643"/>
              <a:gd name="connsiteY3" fmla="*/ 252548 h 454586"/>
              <a:gd name="connsiteX4" fmla="*/ 246169 w 621643"/>
              <a:gd name="connsiteY4" fmla="*/ 278674 h 454586"/>
              <a:gd name="connsiteX5" fmla="*/ 298420 w 621643"/>
              <a:gd name="connsiteY5" fmla="*/ 330925 h 454586"/>
              <a:gd name="connsiteX6" fmla="*/ 333254 w 621643"/>
              <a:gd name="connsiteY6" fmla="*/ 391885 h 454586"/>
              <a:gd name="connsiteX7" fmla="*/ 359380 w 621643"/>
              <a:gd name="connsiteY7" fmla="*/ 409303 h 454586"/>
              <a:gd name="connsiteX8" fmla="*/ 376797 w 621643"/>
              <a:gd name="connsiteY8" fmla="*/ 435428 h 454586"/>
              <a:gd name="connsiteX9" fmla="*/ 490009 w 621643"/>
              <a:gd name="connsiteY9" fmla="*/ 435428 h 454586"/>
              <a:gd name="connsiteX10" fmla="*/ 533552 w 621643"/>
              <a:gd name="connsiteY10" fmla="*/ 313508 h 454586"/>
              <a:gd name="connsiteX11" fmla="*/ 568386 w 621643"/>
              <a:gd name="connsiteY11" fmla="*/ 287383 h 454586"/>
              <a:gd name="connsiteX12" fmla="*/ 611929 w 621643"/>
              <a:gd name="connsiteY12" fmla="*/ 209005 h 454586"/>
              <a:gd name="connsiteX13" fmla="*/ 577094 w 621643"/>
              <a:gd name="connsiteY13" fmla="*/ 8708 h 454586"/>
              <a:gd name="connsiteX14" fmla="*/ 542260 w 621643"/>
              <a:gd name="connsiteY14" fmla="*/ 0 h 454586"/>
              <a:gd name="connsiteX15" fmla="*/ 315837 w 621643"/>
              <a:gd name="connsiteY15" fmla="*/ 26125 h 454586"/>
              <a:gd name="connsiteX16" fmla="*/ 193917 w 621643"/>
              <a:gd name="connsiteY16" fmla="*/ 60960 h 454586"/>
              <a:gd name="connsiteX17" fmla="*/ 28454 w 621643"/>
              <a:gd name="connsiteY17" fmla="*/ 87085 h 454586"/>
              <a:gd name="connsiteX18" fmla="*/ 2329 w 621643"/>
              <a:gd name="connsiteY18" fmla="*/ 104503 h 454586"/>
              <a:gd name="connsiteX19" fmla="*/ 19746 w 621643"/>
              <a:gd name="connsiteY19" fmla="*/ 156754 h 45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1643" h="454586">
                <a:moveTo>
                  <a:pt x="19746" y="156754"/>
                </a:moveTo>
                <a:cubicBezTo>
                  <a:pt x="35712" y="166914"/>
                  <a:pt x="72510" y="159552"/>
                  <a:pt x="98123" y="165463"/>
                </a:cubicBezTo>
                <a:cubicBezTo>
                  <a:pt x="125243" y="171722"/>
                  <a:pt x="157668" y="202649"/>
                  <a:pt x="176500" y="217714"/>
                </a:cubicBezTo>
                <a:cubicBezTo>
                  <a:pt x="182306" y="229325"/>
                  <a:pt x="184147" y="243999"/>
                  <a:pt x="193917" y="252548"/>
                </a:cubicBezTo>
                <a:cubicBezTo>
                  <a:pt x="208572" y="265371"/>
                  <a:pt x="229146" y="269217"/>
                  <a:pt x="246169" y="278674"/>
                </a:cubicBezTo>
                <a:cubicBezTo>
                  <a:pt x="278912" y="296865"/>
                  <a:pt x="273583" y="297810"/>
                  <a:pt x="298420" y="330925"/>
                </a:cubicBezTo>
                <a:cubicBezTo>
                  <a:pt x="308384" y="360816"/>
                  <a:pt x="306894" y="365524"/>
                  <a:pt x="333254" y="391885"/>
                </a:cubicBezTo>
                <a:cubicBezTo>
                  <a:pt x="340655" y="399286"/>
                  <a:pt x="350671" y="403497"/>
                  <a:pt x="359380" y="409303"/>
                </a:cubicBezTo>
                <a:cubicBezTo>
                  <a:pt x="365186" y="418011"/>
                  <a:pt x="369396" y="428027"/>
                  <a:pt x="376797" y="435428"/>
                </a:cubicBezTo>
                <a:cubicBezTo>
                  <a:pt x="413456" y="472086"/>
                  <a:pt x="432538" y="446922"/>
                  <a:pt x="490009" y="435428"/>
                </a:cubicBezTo>
                <a:cubicBezTo>
                  <a:pt x="567676" y="331870"/>
                  <a:pt x="444388" y="506694"/>
                  <a:pt x="533552" y="313508"/>
                </a:cubicBezTo>
                <a:cubicBezTo>
                  <a:pt x="539634" y="300330"/>
                  <a:pt x="556775" y="296091"/>
                  <a:pt x="568386" y="287383"/>
                </a:cubicBezTo>
                <a:cubicBezTo>
                  <a:pt x="608312" y="227493"/>
                  <a:pt x="596600" y="254990"/>
                  <a:pt x="611929" y="209005"/>
                </a:cubicBezTo>
                <a:cubicBezTo>
                  <a:pt x="607913" y="124663"/>
                  <a:pt x="653109" y="41285"/>
                  <a:pt x="577094" y="8708"/>
                </a:cubicBezTo>
                <a:cubicBezTo>
                  <a:pt x="566093" y="3993"/>
                  <a:pt x="553871" y="2903"/>
                  <a:pt x="542260" y="0"/>
                </a:cubicBezTo>
                <a:cubicBezTo>
                  <a:pt x="466786" y="8708"/>
                  <a:pt x="391004" y="15071"/>
                  <a:pt x="315837" y="26125"/>
                </a:cubicBezTo>
                <a:cubicBezTo>
                  <a:pt x="236734" y="37758"/>
                  <a:pt x="262454" y="43826"/>
                  <a:pt x="193917" y="60960"/>
                </a:cubicBezTo>
                <a:cubicBezTo>
                  <a:pt x="121682" y="79019"/>
                  <a:pt x="100179" y="79116"/>
                  <a:pt x="28454" y="87085"/>
                </a:cubicBezTo>
                <a:cubicBezTo>
                  <a:pt x="19746" y="92891"/>
                  <a:pt x="8135" y="95794"/>
                  <a:pt x="2329" y="104503"/>
                </a:cubicBezTo>
                <a:cubicBezTo>
                  <a:pt x="-4310" y="114462"/>
                  <a:pt x="3780" y="146594"/>
                  <a:pt x="19746" y="156754"/>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C2FB825B-A0E2-903A-A9AD-0B2DD1A6686E}"/>
              </a:ext>
            </a:extLst>
          </p:cNvPr>
          <p:cNvSpPr/>
          <p:nvPr/>
        </p:nvSpPr>
        <p:spPr>
          <a:xfrm>
            <a:off x="6012341" y="2445536"/>
            <a:ext cx="322650" cy="430184"/>
          </a:xfrm>
          <a:custGeom>
            <a:avLst/>
            <a:gdLst>
              <a:gd name="connsiteX0" fmla="*/ 52252 w 322650"/>
              <a:gd name="connsiteY0" fmla="*/ 348343 h 430184"/>
              <a:gd name="connsiteX1" fmla="*/ 60960 w 322650"/>
              <a:gd name="connsiteY1" fmla="*/ 391885 h 430184"/>
              <a:gd name="connsiteX2" fmla="*/ 200298 w 322650"/>
              <a:gd name="connsiteY2" fmla="*/ 418011 h 430184"/>
              <a:gd name="connsiteX3" fmla="*/ 226423 w 322650"/>
              <a:gd name="connsiteY3" fmla="*/ 409303 h 430184"/>
              <a:gd name="connsiteX4" fmla="*/ 261258 w 322650"/>
              <a:gd name="connsiteY4" fmla="*/ 391885 h 430184"/>
              <a:gd name="connsiteX5" fmla="*/ 313509 w 322650"/>
              <a:gd name="connsiteY5" fmla="*/ 383177 h 430184"/>
              <a:gd name="connsiteX6" fmla="*/ 313509 w 322650"/>
              <a:gd name="connsiteY6" fmla="*/ 278674 h 430184"/>
              <a:gd name="connsiteX7" fmla="*/ 304800 w 322650"/>
              <a:gd name="connsiteY7" fmla="*/ 182880 h 430184"/>
              <a:gd name="connsiteX8" fmla="*/ 287383 w 322650"/>
              <a:gd name="connsiteY8" fmla="*/ 78377 h 430184"/>
              <a:gd name="connsiteX9" fmla="*/ 252549 w 322650"/>
              <a:gd name="connsiteY9" fmla="*/ 34834 h 430184"/>
              <a:gd name="connsiteX10" fmla="*/ 182880 w 322650"/>
              <a:gd name="connsiteY10" fmla="*/ 0 h 430184"/>
              <a:gd name="connsiteX11" fmla="*/ 78378 w 322650"/>
              <a:gd name="connsiteY11" fmla="*/ 8708 h 430184"/>
              <a:gd name="connsiteX12" fmla="*/ 43543 w 322650"/>
              <a:gd name="connsiteY12" fmla="*/ 43543 h 430184"/>
              <a:gd name="connsiteX13" fmla="*/ 26126 w 322650"/>
              <a:gd name="connsiteY13" fmla="*/ 148045 h 430184"/>
              <a:gd name="connsiteX14" fmla="*/ 17418 w 322650"/>
              <a:gd name="connsiteY14" fmla="*/ 200297 h 430184"/>
              <a:gd name="connsiteX15" fmla="*/ 8709 w 322650"/>
              <a:gd name="connsiteY15" fmla="*/ 235131 h 430184"/>
              <a:gd name="connsiteX16" fmla="*/ 0 w 322650"/>
              <a:gd name="connsiteY16" fmla="*/ 278674 h 430184"/>
              <a:gd name="connsiteX17" fmla="*/ 8709 w 322650"/>
              <a:gd name="connsiteY17" fmla="*/ 322217 h 430184"/>
              <a:gd name="connsiteX18" fmla="*/ 34835 w 322650"/>
              <a:gd name="connsiteY18" fmla="*/ 330925 h 430184"/>
              <a:gd name="connsiteX19" fmla="*/ 52252 w 322650"/>
              <a:gd name="connsiteY19" fmla="*/ 348343 h 43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2650" h="430184">
                <a:moveTo>
                  <a:pt x="52252" y="348343"/>
                </a:moveTo>
                <a:cubicBezTo>
                  <a:pt x="56606" y="358503"/>
                  <a:pt x="53772" y="378946"/>
                  <a:pt x="60960" y="391885"/>
                </a:cubicBezTo>
                <a:cubicBezTo>
                  <a:pt x="95216" y="453545"/>
                  <a:pt x="133277" y="423596"/>
                  <a:pt x="200298" y="418011"/>
                </a:cubicBezTo>
                <a:cubicBezTo>
                  <a:pt x="209006" y="415108"/>
                  <a:pt x="217986" y="412919"/>
                  <a:pt x="226423" y="409303"/>
                </a:cubicBezTo>
                <a:cubicBezTo>
                  <a:pt x="238356" y="404189"/>
                  <a:pt x="248823" y="395615"/>
                  <a:pt x="261258" y="391885"/>
                </a:cubicBezTo>
                <a:cubicBezTo>
                  <a:pt x="278171" y="386811"/>
                  <a:pt x="296092" y="386080"/>
                  <a:pt x="313509" y="383177"/>
                </a:cubicBezTo>
                <a:cubicBezTo>
                  <a:pt x="328474" y="323321"/>
                  <a:pt x="322570" y="364749"/>
                  <a:pt x="313509" y="278674"/>
                </a:cubicBezTo>
                <a:cubicBezTo>
                  <a:pt x="310152" y="246787"/>
                  <a:pt x="308341" y="214747"/>
                  <a:pt x="304800" y="182880"/>
                </a:cubicBezTo>
                <a:cubicBezTo>
                  <a:pt x="304652" y="181549"/>
                  <a:pt x="292436" y="88482"/>
                  <a:pt x="287383" y="78377"/>
                </a:cubicBezTo>
                <a:cubicBezTo>
                  <a:pt x="279070" y="61752"/>
                  <a:pt x="267419" y="45986"/>
                  <a:pt x="252549" y="34834"/>
                </a:cubicBezTo>
                <a:cubicBezTo>
                  <a:pt x="231778" y="19256"/>
                  <a:pt x="182880" y="0"/>
                  <a:pt x="182880" y="0"/>
                </a:cubicBezTo>
                <a:cubicBezTo>
                  <a:pt x="148046" y="2903"/>
                  <a:pt x="111742" y="-1718"/>
                  <a:pt x="78378" y="8708"/>
                </a:cubicBezTo>
                <a:cubicBezTo>
                  <a:pt x="62704" y="13606"/>
                  <a:pt x="43543" y="43543"/>
                  <a:pt x="43543" y="43543"/>
                </a:cubicBezTo>
                <a:cubicBezTo>
                  <a:pt x="27422" y="108030"/>
                  <a:pt x="39716" y="52915"/>
                  <a:pt x="26126" y="148045"/>
                </a:cubicBezTo>
                <a:cubicBezTo>
                  <a:pt x="23629" y="165525"/>
                  <a:pt x="20881" y="182982"/>
                  <a:pt x="17418" y="200297"/>
                </a:cubicBezTo>
                <a:cubicBezTo>
                  <a:pt x="15071" y="212033"/>
                  <a:pt x="11306" y="223447"/>
                  <a:pt x="8709" y="235131"/>
                </a:cubicBezTo>
                <a:cubicBezTo>
                  <a:pt x="5498" y="249580"/>
                  <a:pt x="2903" y="264160"/>
                  <a:pt x="0" y="278674"/>
                </a:cubicBezTo>
                <a:cubicBezTo>
                  <a:pt x="2903" y="293188"/>
                  <a:pt x="498" y="309901"/>
                  <a:pt x="8709" y="322217"/>
                </a:cubicBezTo>
                <a:cubicBezTo>
                  <a:pt x="13801" y="329855"/>
                  <a:pt x="26312" y="327516"/>
                  <a:pt x="34835" y="330925"/>
                </a:cubicBezTo>
                <a:cubicBezTo>
                  <a:pt x="40862" y="333336"/>
                  <a:pt x="47898" y="338183"/>
                  <a:pt x="52252" y="348343"/>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A282175F-6632-3996-2AC0-A30EAC02B3C0}"/>
              </a:ext>
            </a:extLst>
          </p:cNvPr>
          <p:cNvSpPr/>
          <p:nvPr/>
        </p:nvSpPr>
        <p:spPr>
          <a:xfrm>
            <a:off x="5629223" y="1895426"/>
            <a:ext cx="706763" cy="596923"/>
          </a:xfrm>
          <a:custGeom>
            <a:avLst/>
            <a:gdLst>
              <a:gd name="connsiteX0" fmla="*/ 523883 w 706763"/>
              <a:gd name="connsiteY0" fmla="*/ 583944 h 596923"/>
              <a:gd name="connsiteX1" fmla="*/ 628386 w 706763"/>
              <a:gd name="connsiteY1" fmla="*/ 575235 h 596923"/>
              <a:gd name="connsiteX2" fmla="*/ 654511 w 706763"/>
              <a:gd name="connsiteY2" fmla="*/ 566527 h 596923"/>
              <a:gd name="connsiteX3" fmla="*/ 680637 w 706763"/>
              <a:gd name="connsiteY3" fmla="*/ 540401 h 596923"/>
              <a:gd name="connsiteX4" fmla="*/ 698054 w 706763"/>
              <a:gd name="connsiteY4" fmla="*/ 418481 h 596923"/>
              <a:gd name="connsiteX5" fmla="*/ 706763 w 706763"/>
              <a:gd name="connsiteY5" fmla="*/ 357521 h 596923"/>
              <a:gd name="connsiteX6" fmla="*/ 689346 w 706763"/>
              <a:gd name="connsiteY6" fmla="*/ 209475 h 596923"/>
              <a:gd name="connsiteX7" fmla="*/ 654511 w 706763"/>
              <a:gd name="connsiteY7" fmla="*/ 113681 h 596923"/>
              <a:gd name="connsiteX8" fmla="*/ 619677 w 706763"/>
              <a:gd name="connsiteY8" fmla="*/ 87555 h 596923"/>
              <a:gd name="connsiteX9" fmla="*/ 550008 w 706763"/>
              <a:gd name="connsiteY9" fmla="*/ 61430 h 596923"/>
              <a:gd name="connsiteX10" fmla="*/ 489048 w 706763"/>
              <a:gd name="connsiteY10" fmla="*/ 44013 h 596923"/>
              <a:gd name="connsiteX11" fmla="*/ 410671 w 706763"/>
              <a:gd name="connsiteY11" fmla="*/ 26595 h 596923"/>
              <a:gd name="connsiteX12" fmla="*/ 384546 w 706763"/>
              <a:gd name="connsiteY12" fmla="*/ 9178 h 596923"/>
              <a:gd name="connsiteX13" fmla="*/ 114580 w 706763"/>
              <a:gd name="connsiteY13" fmla="*/ 9178 h 596923"/>
              <a:gd name="connsiteX14" fmla="*/ 88454 w 706763"/>
              <a:gd name="connsiteY14" fmla="*/ 17887 h 596923"/>
              <a:gd name="connsiteX15" fmla="*/ 44911 w 706763"/>
              <a:gd name="connsiteY15" fmla="*/ 70138 h 596923"/>
              <a:gd name="connsiteX16" fmla="*/ 18786 w 706763"/>
              <a:gd name="connsiteY16" fmla="*/ 113681 h 596923"/>
              <a:gd name="connsiteX17" fmla="*/ 10077 w 706763"/>
              <a:gd name="connsiteY17" fmla="*/ 148515 h 596923"/>
              <a:gd name="connsiteX18" fmla="*/ 1368 w 706763"/>
              <a:gd name="connsiteY18" fmla="*/ 174641 h 596923"/>
              <a:gd name="connsiteX19" fmla="*/ 10077 w 706763"/>
              <a:gd name="connsiteY19" fmla="*/ 340104 h 596923"/>
              <a:gd name="connsiteX20" fmla="*/ 97163 w 706763"/>
              <a:gd name="connsiteY20" fmla="*/ 366230 h 596923"/>
              <a:gd name="connsiteX21" fmla="*/ 175540 w 706763"/>
              <a:gd name="connsiteY21" fmla="*/ 348813 h 596923"/>
              <a:gd name="connsiteX22" fmla="*/ 192957 w 706763"/>
              <a:gd name="connsiteY22" fmla="*/ 313978 h 596923"/>
              <a:gd name="connsiteX23" fmla="*/ 314877 w 706763"/>
              <a:gd name="connsiteY23" fmla="*/ 322687 h 596923"/>
              <a:gd name="connsiteX24" fmla="*/ 349711 w 706763"/>
              <a:gd name="connsiteY24" fmla="*/ 374938 h 596923"/>
              <a:gd name="connsiteX25" fmla="*/ 375837 w 706763"/>
              <a:gd name="connsiteY25" fmla="*/ 409773 h 596923"/>
              <a:gd name="connsiteX26" fmla="*/ 384546 w 706763"/>
              <a:gd name="connsiteY26" fmla="*/ 444607 h 596923"/>
              <a:gd name="connsiteX27" fmla="*/ 401963 w 706763"/>
              <a:gd name="connsiteY27" fmla="*/ 470733 h 596923"/>
              <a:gd name="connsiteX28" fmla="*/ 419380 w 706763"/>
              <a:gd name="connsiteY28" fmla="*/ 505567 h 596923"/>
              <a:gd name="connsiteX29" fmla="*/ 436797 w 706763"/>
              <a:gd name="connsiteY29" fmla="*/ 531693 h 596923"/>
              <a:gd name="connsiteX30" fmla="*/ 489048 w 706763"/>
              <a:gd name="connsiteY30" fmla="*/ 592653 h 596923"/>
              <a:gd name="connsiteX31" fmla="*/ 523883 w 706763"/>
              <a:gd name="connsiteY31" fmla="*/ 583944 h 596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06763" h="596923">
                <a:moveTo>
                  <a:pt x="523883" y="583944"/>
                </a:moveTo>
                <a:cubicBezTo>
                  <a:pt x="547106" y="581041"/>
                  <a:pt x="593738" y="579855"/>
                  <a:pt x="628386" y="575235"/>
                </a:cubicBezTo>
                <a:cubicBezTo>
                  <a:pt x="637485" y="574022"/>
                  <a:pt x="646873" y="571619"/>
                  <a:pt x="654511" y="566527"/>
                </a:cubicBezTo>
                <a:cubicBezTo>
                  <a:pt x="664758" y="559695"/>
                  <a:pt x="671928" y="549110"/>
                  <a:pt x="680637" y="540401"/>
                </a:cubicBezTo>
                <a:cubicBezTo>
                  <a:pt x="700396" y="481126"/>
                  <a:pt x="685334" y="532959"/>
                  <a:pt x="698054" y="418481"/>
                </a:cubicBezTo>
                <a:cubicBezTo>
                  <a:pt x="700321" y="398080"/>
                  <a:pt x="703860" y="377841"/>
                  <a:pt x="706763" y="357521"/>
                </a:cubicBezTo>
                <a:cubicBezTo>
                  <a:pt x="700957" y="308172"/>
                  <a:pt x="697197" y="258540"/>
                  <a:pt x="689346" y="209475"/>
                </a:cubicBezTo>
                <a:cubicBezTo>
                  <a:pt x="684629" y="179994"/>
                  <a:pt x="678543" y="137713"/>
                  <a:pt x="654511" y="113681"/>
                </a:cubicBezTo>
                <a:cubicBezTo>
                  <a:pt x="644248" y="103418"/>
                  <a:pt x="632659" y="94046"/>
                  <a:pt x="619677" y="87555"/>
                </a:cubicBezTo>
                <a:cubicBezTo>
                  <a:pt x="597493" y="76463"/>
                  <a:pt x="573537" y="69273"/>
                  <a:pt x="550008" y="61430"/>
                </a:cubicBezTo>
                <a:cubicBezTo>
                  <a:pt x="529959" y="54747"/>
                  <a:pt x="509550" y="49139"/>
                  <a:pt x="489048" y="44013"/>
                </a:cubicBezTo>
                <a:cubicBezTo>
                  <a:pt x="463084" y="37522"/>
                  <a:pt x="436797" y="32401"/>
                  <a:pt x="410671" y="26595"/>
                </a:cubicBezTo>
                <a:cubicBezTo>
                  <a:pt x="401963" y="20789"/>
                  <a:pt x="394884" y="10810"/>
                  <a:pt x="384546" y="9178"/>
                </a:cubicBezTo>
                <a:cubicBezTo>
                  <a:pt x="279350" y="-7431"/>
                  <a:pt x="218782" y="2232"/>
                  <a:pt x="114580" y="9178"/>
                </a:cubicBezTo>
                <a:cubicBezTo>
                  <a:pt x="105871" y="12081"/>
                  <a:pt x="96092" y="12795"/>
                  <a:pt x="88454" y="17887"/>
                </a:cubicBezTo>
                <a:cubicBezTo>
                  <a:pt x="69959" y="30217"/>
                  <a:pt x="56385" y="51779"/>
                  <a:pt x="44911" y="70138"/>
                </a:cubicBezTo>
                <a:cubicBezTo>
                  <a:pt x="35940" y="84492"/>
                  <a:pt x="27494" y="99167"/>
                  <a:pt x="18786" y="113681"/>
                </a:cubicBezTo>
                <a:cubicBezTo>
                  <a:pt x="15883" y="125292"/>
                  <a:pt x="13365" y="137007"/>
                  <a:pt x="10077" y="148515"/>
                </a:cubicBezTo>
                <a:cubicBezTo>
                  <a:pt x="7555" y="157342"/>
                  <a:pt x="1368" y="165461"/>
                  <a:pt x="1368" y="174641"/>
                </a:cubicBezTo>
                <a:cubicBezTo>
                  <a:pt x="1368" y="229872"/>
                  <a:pt x="-5096" y="286998"/>
                  <a:pt x="10077" y="340104"/>
                </a:cubicBezTo>
                <a:cubicBezTo>
                  <a:pt x="13549" y="352255"/>
                  <a:pt x="89246" y="364647"/>
                  <a:pt x="97163" y="366230"/>
                </a:cubicBezTo>
                <a:cubicBezTo>
                  <a:pt x="123289" y="360424"/>
                  <a:pt x="152045" y="361629"/>
                  <a:pt x="175540" y="348813"/>
                </a:cubicBezTo>
                <a:cubicBezTo>
                  <a:pt x="186937" y="342596"/>
                  <a:pt x="180197" y="316370"/>
                  <a:pt x="192957" y="313978"/>
                </a:cubicBezTo>
                <a:cubicBezTo>
                  <a:pt x="233003" y="306469"/>
                  <a:pt x="274237" y="319784"/>
                  <a:pt x="314877" y="322687"/>
                </a:cubicBezTo>
                <a:cubicBezTo>
                  <a:pt x="326488" y="340104"/>
                  <a:pt x="337707" y="357789"/>
                  <a:pt x="349711" y="374938"/>
                </a:cubicBezTo>
                <a:cubicBezTo>
                  <a:pt x="358035" y="386829"/>
                  <a:pt x="369346" y="396791"/>
                  <a:pt x="375837" y="409773"/>
                </a:cubicBezTo>
                <a:cubicBezTo>
                  <a:pt x="381190" y="420478"/>
                  <a:pt x="379831" y="433606"/>
                  <a:pt x="384546" y="444607"/>
                </a:cubicBezTo>
                <a:cubicBezTo>
                  <a:pt x="388669" y="454227"/>
                  <a:pt x="396770" y="461646"/>
                  <a:pt x="401963" y="470733"/>
                </a:cubicBezTo>
                <a:cubicBezTo>
                  <a:pt x="408404" y="482004"/>
                  <a:pt x="412939" y="494296"/>
                  <a:pt x="419380" y="505567"/>
                </a:cubicBezTo>
                <a:cubicBezTo>
                  <a:pt x="424573" y="514654"/>
                  <a:pt x="431250" y="522817"/>
                  <a:pt x="436797" y="531693"/>
                </a:cubicBezTo>
                <a:cubicBezTo>
                  <a:pt x="460362" y="569397"/>
                  <a:pt x="453753" y="575005"/>
                  <a:pt x="489048" y="592653"/>
                </a:cubicBezTo>
                <a:cubicBezTo>
                  <a:pt x="513807" y="605033"/>
                  <a:pt x="500660" y="586847"/>
                  <a:pt x="523883" y="583944"/>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DEA1D6F1-65A8-7365-C0C4-786283A60DC2}"/>
              </a:ext>
            </a:extLst>
          </p:cNvPr>
          <p:cNvSpPr/>
          <p:nvPr/>
        </p:nvSpPr>
        <p:spPr>
          <a:xfrm>
            <a:off x="6263890" y="1881008"/>
            <a:ext cx="348343" cy="565734"/>
          </a:xfrm>
          <a:custGeom>
            <a:avLst/>
            <a:gdLst>
              <a:gd name="connsiteX0" fmla="*/ 0 w 348343"/>
              <a:gd name="connsiteY0" fmla="*/ 495859 h 565734"/>
              <a:gd name="connsiteX1" fmla="*/ 8709 w 348343"/>
              <a:gd name="connsiteY1" fmla="*/ 556819 h 565734"/>
              <a:gd name="connsiteX2" fmla="*/ 43543 w 348343"/>
              <a:gd name="connsiteY2" fmla="*/ 565528 h 565734"/>
              <a:gd name="connsiteX3" fmla="*/ 322217 w 348343"/>
              <a:gd name="connsiteY3" fmla="*/ 548111 h 565734"/>
              <a:gd name="connsiteX4" fmla="*/ 339634 w 348343"/>
              <a:gd name="connsiteY4" fmla="*/ 530693 h 565734"/>
              <a:gd name="connsiteX5" fmla="*/ 348343 w 348343"/>
              <a:gd name="connsiteY5" fmla="*/ 495859 h 565734"/>
              <a:gd name="connsiteX6" fmla="*/ 339634 w 348343"/>
              <a:gd name="connsiteY6" fmla="*/ 295562 h 565734"/>
              <a:gd name="connsiteX7" fmla="*/ 287383 w 348343"/>
              <a:gd name="connsiteY7" fmla="*/ 208476 h 565734"/>
              <a:gd name="connsiteX8" fmla="*/ 243840 w 348343"/>
              <a:gd name="connsiteY8" fmla="*/ 164933 h 565734"/>
              <a:gd name="connsiteX9" fmla="*/ 217714 w 348343"/>
              <a:gd name="connsiteY9" fmla="*/ 112682 h 565734"/>
              <a:gd name="connsiteX10" fmla="*/ 182880 w 348343"/>
              <a:gd name="connsiteY10" fmla="*/ 51722 h 565734"/>
              <a:gd name="connsiteX11" fmla="*/ 174171 w 348343"/>
              <a:gd name="connsiteY11" fmla="*/ 8179 h 565734"/>
              <a:gd name="connsiteX12" fmla="*/ 52251 w 348343"/>
              <a:gd name="connsiteY12" fmla="*/ 34305 h 565734"/>
              <a:gd name="connsiteX13" fmla="*/ 43543 w 348343"/>
              <a:gd name="connsiteY13" fmla="*/ 138808 h 565734"/>
              <a:gd name="connsiteX14" fmla="*/ 60960 w 348343"/>
              <a:gd name="connsiteY14" fmla="*/ 234602 h 565734"/>
              <a:gd name="connsiteX15" fmla="*/ 69669 w 348343"/>
              <a:gd name="connsiteY15" fmla="*/ 286853 h 565734"/>
              <a:gd name="connsiteX16" fmla="*/ 87086 w 348343"/>
              <a:gd name="connsiteY16" fmla="*/ 330396 h 565734"/>
              <a:gd name="connsiteX17" fmla="*/ 78377 w 348343"/>
              <a:gd name="connsiteY17" fmla="*/ 365231 h 565734"/>
              <a:gd name="connsiteX18" fmla="*/ 34834 w 348343"/>
              <a:gd name="connsiteY18" fmla="*/ 426191 h 565734"/>
              <a:gd name="connsiteX19" fmla="*/ 0 w 348343"/>
              <a:gd name="connsiteY19" fmla="*/ 495859 h 56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8343" h="565734">
                <a:moveTo>
                  <a:pt x="0" y="495859"/>
                </a:moveTo>
                <a:cubicBezTo>
                  <a:pt x="2903" y="516179"/>
                  <a:pt x="-2170" y="539413"/>
                  <a:pt x="8709" y="556819"/>
                </a:cubicBezTo>
                <a:cubicBezTo>
                  <a:pt x="15052" y="566968"/>
                  <a:pt x="31579" y="565860"/>
                  <a:pt x="43543" y="565528"/>
                </a:cubicBezTo>
                <a:cubicBezTo>
                  <a:pt x="136580" y="562944"/>
                  <a:pt x="229326" y="553917"/>
                  <a:pt x="322217" y="548111"/>
                </a:cubicBezTo>
                <a:cubicBezTo>
                  <a:pt x="328023" y="542305"/>
                  <a:pt x="335962" y="538037"/>
                  <a:pt x="339634" y="530693"/>
                </a:cubicBezTo>
                <a:cubicBezTo>
                  <a:pt x="344987" y="519988"/>
                  <a:pt x="348343" y="507828"/>
                  <a:pt x="348343" y="495859"/>
                </a:cubicBezTo>
                <a:cubicBezTo>
                  <a:pt x="348343" y="429030"/>
                  <a:pt x="346754" y="362010"/>
                  <a:pt x="339634" y="295562"/>
                </a:cubicBezTo>
                <a:cubicBezTo>
                  <a:pt x="336159" y="263133"/>
                  <a:pt x="307197" y="230491"/>
                  <a:pt x="287383" y="208476"/>
                </a:cubicBezTo>
                <a:cubicBezTo>
                  <a:pt x="273652" y="193219"/>
                  <a:pt x="255226" y="182012"/>
                  <a:pt x="243840" y="164933"/>
                </a:cubicBezTo>
                <a:cubicBezTo>
                  <a:pt x="193930" y="90069"/>
                  <a:pt x="253766" y="184787"/>
                  <a:pt x="217714" y="112682"/>
                </a:cubicBezTo>
                <a:cubicBezTo>
                  <a:pt x="207248" y="91749"/>
                  <a:pt x="194491" y="72042"/>
                  <a:pt x="182880" y="51722"/>
                </a:cubicBezTo>
                <a:cubicBezTo>
                  <a:pt x="179977" y="37208"/>
                  <a:pt x="188213" y="12860"/>
                  <a:pt x="174171" y="8179"/>
                </a:cubicBezTo>
                <a:cubicBezTo>
                  <a:pt x="113016" y="-12206"/>
                  <a:pt x="90345" y="8909"/>
                  <a:pt x="52251" y="34305"/>
                </a:cubicBezTo>
                <a:cubicBezTo>
                  <a:pt x="20666" y="81683"/>
                  <a:pt x="32640" y="51585"/>
                  <a:pt x="43543" y="138808"/>
                </a:cubicBezTo>
                <a:cubicBezTo>
                  <a:pt x="58302" y="256880"/>
                  <a:pt x="44731" y="153462"/>
                  <a:pt x="60960" y="234602"/>
                </a:cubicBezTo>
                <a:cubicBezTo>
                  <a:pt x="64423" y="251916"/>
                  <a:pt x="65023" y="269818"/>
                  <a:pt x="69669" y="286853"/>
                </a:cubicBezTo>
                <a:cubicBezTo>
                  <a:pt x="73782" y="301935"/>
                  <a:pt x="81280" y="315882"/>
                  <a:pt x="87086" y="330396"/>
                </a:cubicBezTo>
                <a:cubicBezTo>
                  <a:pt x="84183" y="342008"/>
                  <a:pt x="83092" y="354230"/>
                  <a:pt x="78377" y="365231"/>
                </a:cubicBezTo>
                <a:cubicBezTo>
                  <a:pt x="74133" y="375133"/>
                  <a:pt x="37805" y="422229"/>
                  <a:pt x="34834" y="426191"/>
                </a:cubicBezTo>
                <a:lnTo>
                  <a:pt x="0" y="495859"/>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Shape 81">
            <a:extLst>
              <a:ext uri="{FF2B5EF4-FFF2-40B4-BE49-F238E27FC236}">
                <a16:creationId xmlns:a16="http://schemas.microsoft.com/office/drawing/2014/main" id="{43452AFB-FB6A-E58D-3F20-53F7265CC437}"/>
              </a:ext>
            </a:extLst>
          </p:cNvPr>
          <p:cNvSpPr/>
          <p:nvPr/>
        </p:nvSpPr>
        <p:spPr>
          <a:xfrm>
            <a:off x="6306006" y="2620345"/>
            <a:ext cx="284715" cy="511562"/>
          </a:xfrm>
          <a:custGeom>
            <a:avLst/>
            <a:gdLst>
              <a:gd name="connsiteX0" fmla="*/ 8708 w 284715"/>
              <a:gd name="connsiteY0" fmla="*/ 6071 h 511562"/>
              <a:gd name="connsiteX1" fmla="*/ 52251 w 284715"/>
              <a:gd name="connsiteY1" fmla="*/ 14779 h 511562"/>
              <a:gd name="connsiteX2" fmla="*/ 87085 w 284715"/>
              <a:gd name="connsiteY2" fmla="*/ 58322 h 511562"/>
              <a:gd name="connsiteX3" fmla="*/ 121920 w 284715"/>
              <a:gd name="connsiteY3" fmla="*/ 127991 h 511562"/>
              <a:gd name="connsiteX4" fmla="*/ 165463 w 284715"/>
              <a:gd name="connsiteY4" fmla="*/ 197659 h 511562"/>
              <a:gd name="connsiteX5" fmla="*/ 182880 w 284715"/>
              <a:gd name="connsiteY5" fmla="*/ 249911 h 511562"/>
              <a:gd name="connsiteX6" fmla="*/ 226423 w 284715"/>
              <a:gd name="connsiteY6" fmla="*/ 293454 h 511562"/>
              <a:gd name="connsiteX7" fmla="*/ 269965 w 284715"/>
              <a:gd name="connsiteY7" fmla="*/ 363122 h 511562"/>
              <a:gd name="connsiteX8" fmla="*/ 269965 w 284715"/>
              <a:gd name="connsiteY8" fmla="*/ 502459 h 511562"/>
              <a:gd name="connsiteX9" fmla="*/ 217714 w 284715"/>
              <a:gd name="connsiteY9" fmla="*/ 511168 h 511562"/>
              <a:gd name="connsiteX10" fmla="*/ 113211 w 284715"/>
              <a:gd name="connsiteY10" fmla="*/ 485042 h 511562"/>
              <a:gd name="connsiteX11" fmla="*/ 104503 w 284715"/>
              <a:gd name="connsiteY11" fmla="*/ 458916 h 511562"/>
              <a:gd name="connsiteX12" fmla="*/ 87085 w 284715"/>
              <a:gd name="connsiteY12" fmla="*/ 380539 h 511562"/>
              <a:gd name="connsiteX13" fmla="*/ 43543 w 284715"/>
              <a:gd name="connsiteY13" fmla="*/ 302162 h 511562"/>
              <a:gd name="connsiteX14" fmla="*/ 34834 w 284715"/>
              <a:gd name="connsiteY14" fmla="*/ 267328 h 511562"/>
              <a:gd name="connsiteX15" fmla="*/ 26125 w 284715"/>
              <a:gd name="connsiteY15" fmla="*/ 223785 h 511562"/>
              <a:gd name="connsiteX16" fmla="*/ 17417 w 284715"/>
              <a:gd name="connsiteY16" fmla="*/ 154116 h 511562"/>
              <a:gd name="connsiteX17" fmla="*/ 0 w 284715"/>
              <a:gd name="connsiteY17" fmla="*/ 101865 h 511562"/>
              <a:gd name="connsiteX18" fmla="*/ 8708 w 284715"/>
              <a:gd name="connsiteY18" fmla="*/ 6071 h 51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715" h="511562">
                <a:moveTo>
                  <a:pt x="8708" y="6071"/>
                </a:moveTo>
                <a:cubicBezTo>
                  <a:pt x="17416" y="-8443"/>
                  <a:pt x="39935" y="6569"/>
                  <a:pt x="52251" y="14779"/>
                </a:cubicBezTo>
                <a:cubicBezTo>
                  <a:pt x="67717" y="25089"/>
                  <a:pt x="77343" y="42492"/>
                  <a:pt x="87085" y="58322"/>
                </a:cubicBezTo>
                <a:cubicBezTo>
                  <a:pt x="100693" y="80435"/>
                  <a:pt x="106342" y="107220"/>
                  <a:pt x="121920" y="127991"/>
                </a:cubicBezTo>
                <a:cubicBezTo>
                  <a:pt x="144376" y="157933"/>
                  <a:pt x="151803" y="163509"/>
                  <a:pt x="165463" y="197659"/>
                </a:cubicBezTo>
                <a:cubicBezTo>
                  <a:pt x="172282" y="214705"/>
                  <a:pt x="173023" y="234422"/>
                  <a:pt x="182880" y="249911"/>
                </a:cubicBezTo>
                <a:cubicBezTo>
                  <a:pt x="193900" y="267228"/>
                  <a:pt x="212906" y="278006"/>
                  <a:pt x="226423" y="293454"/>
                </a:cubicBezTo>
                <a:cubicBezTo>
                  <a:pt x="234955" y="303205"/>
                  <a:pt x="268009" y="359861"/>
                  <a:pt x="269965" y="363122"/>
                </a:cubicBezTo>
                <a:cubicBezTo>
                  <a:pt x="281399" y="408856"/>
                  <a:pt x="296470" y="453234"/>
                  <a:pt x="269965" y="502459"/>
                </a:cubicBezTo>
                <a:cubicBezTo>
                  <a:pt x="261594" y="518006"/>
                  <a:pt x="235131" y="508265"/>
                  <a:pt x="217714" y="511168"/>
                </a:cubicBezTo>
                <a:cubicBezTo>
                  <a:pt x="182880" y="502459"/>
                  <a:pt x="145812" y="500089"/>
                  <a:pt x="113211" y="485042"/>
                </a:cubicBezTo>
                <a:cubicBezTo>
                  <a:pt x="104876" y="481195"/>
                  <a:pt x="106729" y="467822"/>
                  <a:pt x="104503" y="458916"/>
                </a:cubicBezTo>
                <a:cubicBezTo>
                  <a:pt x="102339" y="450260"/>
                  <a:pt x="92193" y="392033"/>
                  <a:pt x="87085" y="380539"/>
                </a:cubicBezTo>
                <a:cubicBezTo>
                  <a:pt x="60480" y="320676"/>
                  <a:pt x="63776" y="356115"/>
                  <a:pt x="43543" y="302162"/>
                </a:cubicBezTo>
                <a:cubicBezTo>
                  <a:pt x="39340" y="290955"/>
                  <a:pt x="37431" y="279012"/>
                  <a:pt x="34834" y="267328"/>
                </a:cubicBezTo>
                <a:cubicBezTo>
                  <a:pt x="31623" y="252879"/>
                  <a:pt x="28376" y="238415"/>
                  <a:pt x="26125" y="223785"/>
                </a:cubicBezTo>
                <a:cubicBezTo>
                  <a:pt x="22566" y="200653"/>
                  <a:pt x="22321" y="177000"/>
                  <a:pt x="17417" y="154116"/>
                </a:cubicBezTo>
                <a:cubicBezTo>
                  <a:pt x="13570" y="136164"/>
                  <a:pt x="5806" y="119282"/>
                  <a:pt x="0" y="101865"/>
                </a:cubicBezTo>
                <a:cubicBezTo>
                  <a:pt x="9029" y="20603"/>
                  <a:pt x="0" y="20585"/>
                  <a:pt x="8708" y="607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Shape 82">
            <a:extLst>
              <a:ext uri="{FF2B5EF4-FFF2-40B4-BE49-F238E27FC236}">
                <a16:creationId xmlns:a16="http://schemas.microsoft.com/office/drawing/2014/main" id="{FDBAD0F3-60E2-D924-5699-30617AE9935B}"/>
              </a:ext>
            </a:extLst>
          </p:cNvPr>
          <p:cNvSpPr/>
          <p:nvPr/>
        </p:nvSpPr>
        <p:spPr>
          <a:xfrm>
            <a:off x="6371366" y="2447963"/>
            <a:ext cx="328059" cy="280483"/>
          </a:xfrm>
          <a:custGeom>
            <a:avLst/>
            <a:gdLst>
              <a:gd name="connsiteX0" fmla="*/ 87540 w 328059"/>
              <a:gd name="connsiteY0" fmla="*/ 278674 h 280483"/>
              <a:gd name="connsiteX1" fmla="*/ 296545 w 328059"/>
              <a:gd name="connsiteY1" fmla="*/ 252548 h 280483"/>
              <a:gd name="connsiteX2" fmla="*/ 322671 w 328059"/>
              <a:gd name="connsiteY2" fmla="*/ 217714 h 280483"/>
              <a:gd name="connsiteX3" fmla="*/ 261711 w 328059"/>
              <a:gd name="connsiteY3" fmla="*/ 8708 h 280483"/>
              <a:gd name="connsiteX4" fmla="*/ 235585 w 328059"/>
              <a:gd name="connsiteY4" fmla="*/ 0 h 280483"/>
              <a:gd name="connsiteX5" fmla="*/ 96248 w 328059"/>
              <a:gd name="connsiteY5" fmla="*/ 8708 h 280483"/>
              <a:gd name="connsiteX6" fmla="*/ 78831 w 328059"/>
              <a:gd name="connsiteY6" fmla="*/ 26126 h 280483"/>
              <a:gd name="connsiteX7" fmla="*/ 43997 w 328059"/>
              <a:gd name="connsiteY7" fmla="*/ 34834 h 280483"/>
              <a:gd name="connsiteX8" fmla="*/ 17871 w 328059"/>
              <a:gd name="connsiteY8" fmla="*/ 43543 h 280483"/>
              <a:gd name="connsiteX9" fmla="*/ 454 w 328059"/>
              <a:gd name="connsiteY9" fmla="*/ 69668 h 280483"/>
              <a:gd name="connsiteX10" fmla="*/ 9163 w 328059"/>
              <a:gd name="connsiteY10" fmla="*/ 156754 h 280483"/>
              <a:gd name="connsiteX11" fmla="*/ 17871 w 328059"/>
              <a:gd name="connsiteY11" fmla="*/ 182880 h 280483"/>
              <a:gd name="connsiteX12" fmla="*/ 43997 w 328059"/>
              <a:gd name="connsiteY12" fmla="*/ 209006 h 280483"/>
              <a:gd name="connsiteX13" fmla="*/ 87540 w 328059"/>
              <a:gd name="connsiteY13" fmla="*/ 278674 h 28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8059" h="280483">
                <a:moveTo>
                  <a:pt x="87540" y="278674"/>
                </a:moveTo>
                <a:cubicBezTo>
                  <a:pt x="129631" y="285931"/>
                  <a:pt x="228581" y="270168"/>
                  <a:pt x="296545" y="252548"/>
                </a:cubicBezTo>
                <a:cubicBezTo>
                  <a:pt x="310595" y="248905"/>
                  <a:pt x="321295" y="232163"/>
                  <a:pt x="322671" y="217714"/>
                </a:cubicBezTo>
                <a:cubicBezTo>
                  <a:pt x="333411" y="104951"/>
                  <a:pt x="334755" y="73634"/>
                  <a:pt x="261711" y="8708"/>
                </a:cubicBezTo>
                <a:cubicBezTo>
                  <a:pt x="254850" y="2609"/>
                  <a:pt x="244294" y="2903"/>
                  <a:pt x="235585" y="0"/>
                </a:cubicBezTo>
                <a:cubicBezTo>
                  <a:pt x="189139" y="2903"/>
                  <a:pt x="142151" y="1057"/>
                  <a:pt x="96248" y="8708"/>
                </a:cubicBezTo>
                <a:cubicBezTo>
                  <a:pt x="88149" y="10058"/>
                  <a:pt x="86175" y="22454"/>
                  <a:pt x="78831" y="26126"/>
                </a:cubicBezTo>
                <a:cubicBezTo>
                  <a:pt x="68126" y="31479"/>
                  <a:pt x="55505" y="31546"/>
                  <a:pt x="43997" y="34834"/>
                </a:cubicBezTo>
                <a:cubicBezTo>
                  <a:pt x="35170" y="37356"/>
                  <a:pt x="26580" y="40640"/>
                  <a:pt x="17871" y="43543"/>
                </a:cubicBezTo>
                <a:cubicBezTo>
                  <a:pt x="12065" y="52251"/>
                  <a:pt x="1257" y="59233"/>
                  <a:pt x="454" y="69668"/>
                </a:cubicBezTo>
                <a:cubicBezTo>
                  <a:pt x="-1783" y="98756"/>
                  <a:pt x="4727" y="127920"/>
                  <a:pt x="9163" y="156754"/>
                </a:cubicBezTo>
                <a:cubicBezTo>
                  <a:pt x="10559" y="165827"/>
                  <a:pt x="12779" y="175242"/>
                  <a:pt x="17871" y="182880"/>
                </a:cubicBezTo>
                <a:cubicBezTo>
                  <a:pt x="24703" y="193128"/>
                  <a:pt x="36839" y="198984"/>
                  <a:pt x="43997" y="209006"/>
                </a:cubicBezTo>
                <a:cubicBezTo>
                  <a:pt x="65309" y="238842"/>
                  <a:pt x="45449" y="271417"/>
                  <a:pt x="87540" y="278674"/>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83">
            <a:extLst>
              <a:ext uri="{FF2B5EF4-FFF2-40B4-BE49-F238E27FC236}">
                <a16:creationId xmlns:a16="http://schemas.microsoft.com/office/drawing/2014/main" id="{7DE1AF10-2987-AE11-27FB-DF64DB852096}"/>
              </a:ext>
            </a:extLst>
          </p:cNvPr>
          <p:cNvSpPr/>
          <p:nvPr/>
        </p:nvSpPr>
        <p:spPr>
          <a:xfrm>
            <a:off x="6644640" y="2020389"/>
            <a:ext cx="222602" cy="261339"/>
          </a:xfrm>
          <a:custGeom>
            <a:avLst/>
            <a:gdLst>
              <a:gd name="connsiteX0" fmla="*/ 139337 w 222602"/>
              <a:gd name="connsiteY0" fmla="*/ 261257 h 261339"/>
              <a:gd name="connsiteX1" fmla="*/ 191589 w 222602"/>
              <a:gd name="connsiteY1" fmla="*/ 235131 h 261339"/>
              <a:gd name="connsiteX2" fmla="*/ 217714 w 222602"/>
              <a:gd name="connsiteY2" fmla="*/ 217714 h 261339"/>
              <a:gd name="connsiteX3" fmla="*/ 165463 w 222602"/>
              <a:gd name="connsiteY3" fmla="*/ 130628 h 261339"/>
              <a:gd name="connsiteX4" fmla="*/ 139337 w 222602"/>
              <a:gd name="connsiteY4" fmla="*/ 121920 h 261339"/>
              <a:gd name="connsiteX5" fmla="*/ 113211 w 222602"/>
              <a:gd name="connsiteY5" fmla="*/ 104502 h 261339"/>
              <a:gd name="connsiteX6" fmla="*/ 121920 w 222602"/>
              <a:gd name="connsiteY6" fmla="*/ 52251 h 261339"/>
              <a:gd name="connsiteX7" fmla="*/ 113211 w 222602"/>
              <a:gd name="connsiteY7" fmla="*/ 0 h 261339"/>
              <a:gd name="connsiteX8" fmla="*/ 60960 w 222602"/>
              <a:gd name="connsiteY8" fmla="*/ 17417 h 261339"/>
              <a:gd name="connsiteX9" fmla="*/ 17417 w 222602"/>
              <a:gd name="connsiteY9" fmla="*/ 156754 h 261339"/>
              <a:gd name="connsiteX10" fmla="*/ 0 w 222602"/>
              <a:gd name="connsiteY10" fmla="*/ 191588 h 261339"/>
              <a:gd name="connsiteX11" fmla="*/ 60960 w 222602"/>
              <a:gd name="connsiteY11" fmla="*/ 226422 h 261339"/>
              <a:gd name="connsiteX12" fmla="*/ 139337 w 222602"/>
              <a:gd name="connsiteY12" fmla="*/ 261257 h 26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2602" h="261339">
                <a:moveTo>
                  <a:pt x="139337" y="261257"/>
                </a:moveTo>
                <a:cubicBezTo>
                  <a:pt x="161108" y="262708"/>
                  <a:pt x="174566" y="244588"/>
                  <a:pt x="191589" y="235131"/>
                </a:cubicBezTo>
                <a:cubicBezTo>
                  <a:pt x="200738" y="230048"/>
                  <a:pt x="215661" y="227977"/>
                  <a:pt x="217714" y="217714"/>
                </a:cubicBezTo>
                <a:cubicBezTo>
                  <a:pt x="232364" y="144463"/>
                  <a:pt x="213839" y="148768"/>
                  <a:pt x="165463" y="130628"/>
                </a:cubicBezTo>
                <a:cubicBezTo>
                  <a:pt x="156868" y="127405"/>
                  <a:pt x="148046" y="124823"/>
                  <a:pt x="139337" y="121920"/>
                </a:cubicBezTo>
                <a:cubicBezTo>
                  <a:pt x="130628" y="116114"/>
                  <a:pt x="115749" y="114656"/>
                  <a:pt x="113211" y="104502"/>
                </a:cubicBezTo>
                <a:cubicBezTo>
                  <a:pt x="108929" y="87372"/>
                  <a:pt x="121920" y="69908"/>
                  <a:pt x="121920" y="52251"/>
                </a:cubicBezTo>
                <a:cubicBezTo>
                  <a:pt x="121920" y="34594"/>
                  <a:pt x="116114" y="17417"/>
                  <a:pt x="113211" y="0"/>
                </a:cubicBezTo>
                <a:cubicBezTo>
                  <a:pt x="95794" y="5806"/>
                  <a:pt x="77009" y="8501"/>
                  <a:pt x="60960" y="17417"/>
                </a:cubicBezTo>
                <a:cubicBezTo>
                  <a:pt x="10436" y="45485"/>
                  <a:pt x="28643" y="109044"/>
                  <a:pt x="17417" y="156754"/>
                </a:cubicBezTo>
                <a:cubicBezTo>
                  <a:pt x="14444" y="169391"/>
                  <a:pt x="5806" y="179977"/>
                  <a:pt x="0" y="191588"/>
                </a:cubicBezTo>
                <a:cubicBezTo>
                  <a:pt x="23553" y="226917"/>
                  <a:pt x="10088" y="220063"/>
                  <a:pt x="60960" y="226422"/>
                </a:cubicBezTo>
                <a:cubicBezTo>
                  <a:pt x="92775" y="230399"/>
                  <a:pt x="117566" y="259806"/>
                  <a:pt x="139337" y="261257"/>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69F59262-4FDA-51B7-F651-7571874F4A2F}"/>
              </a:ext>
            </a:extLst>
          </p:cNvPr>
          <p:cNvSpPr/>
          <p:nvPr/>
        </p:nvSpPr>
        <p:spPr>
          <a:xfrm>
            <a:off x="6631923" y="2021670"/>
            <a:ext cx="458335" cy="444244"/>
          </a:xfrm>
          <a:custGeom>
            <a:avLst/>
            <a:gdLst>
              <a:gd name="connsiteX0" fmla="*/ 100803 w 458335"/>
              <a:gd name="connsiteY0" fmla="*/ 444137 h 444244"/>
              <a:gd name="connsiteX1" fmla="*/ 231431 w 458335"/>
              <a:gd name="connsiteY1" fmla="*/ 418011 h 444244"/>
              <a:gd name="connsiteX2" fmla="*/ 257557 w 458335"/>
              <a:gd name="connsiteY2" fmla="*/ 391886 h 444244"/>
              <a:gd name="connsiteX3" fmla="*/ 283683 w 458335"/>
              <a:gd name="connsiteY3" fmla="*/ 383177 h 444244"/>
              <a:gd name="connsiteX4" fmla="*/ 318517 w 458335"/>
              <a:gd name="connsiteY4" fmla="*/ 296091 h 444244"/>
              <a:gd name="connsiteX5" fmla="*/ 344643 w 458335"/>
              <a:gd name="connsiteY5" fmla="*/ 226423 h 444244"/>
              <a:gd name="connsiteX6" fmla="*/ 414311 w 458335"/>
              <a:gd name="connsiteY6" fmla="*/ 191589 h 444244"/>
              <a:gd name="connsiteX7" fmla="*/ 440437 w 458335"/>
              <a:gd name="connsiteY7" fmla="*/ 174171 h 444244"/>
              <a:gd name="connsiteX8" fmla="*/ 457854 w 458335"/>
              <a:gd name="connsiteY8" fmla="*/ 148046 h 444244"/>
              <a:gd name="connsiteX9" fmla="*/ 423020 w 458335"/>
              <a:gd name="connsiteY9" fmla="*/ 43543 h 444244"/>
              <a:gd name="connsiteX10" fmla="*/ 405603 w 458335"/>
              <a:gd name="connsiteY10" fmla="*/ 17417 h 444244"/>
              <a:gd name="connsiteX11" fmla="*/ 370768 w 458335"/>
              <a:gd name="connsiteY11" fmla="*/ 0 h 444244"/>
              <a:gd name="connsiteX12" fmla="*/ 100803 w 458335"/>
              <a:gd name="connsiteY12" fmla="*/ 43543 h 444244"/>
              <a:gd name="connsiteX13" fmla="*/ 31134 w 458335"/>
              <a:gd name="connsiteY13" fmla="*/ 69669 h 444244"/>
              <a:gd name="connsiteX14" fmla="*/ 13717 w 458335"/>
              <a:gd name="connsiteY14" fmla="*/ 200297 h 444244"/>
              <a:gd name="connsiteX15" fmla="*/ 57260 w 458335"/>
              <a:gd name="connsiteY15" fmla="*/ 235131 h 444244"/>
              <a:gd name="connsiteX16" fmla="*/ 74677 w 458335"/>
              <a:gd name="connsiteY16" fmla="*/ 261257 h 444244"/>
              <a:gd name="connsiteX17" fmla="*/ 65968 w 458335"/>
              <a:gd name="connsiteY17" fmla="*/ 339634 h 444244"/>
              <a:gd name="connsiteX18" fmla="*/ 57260 w 458335"/>
              <a:gd name="connsiteY18" fmla="*/ 374469 h 444244"/>
              <a:gd name="connsiteX19" fmla="*/ 83386 w 458335"/>
              <a:gd name="connsiteY19" fmla="*/ 409303 h 444244"/>
              <a:gd name="connsiteX20" fmla="*/ 100803 w 458335"/>
              <a:gd name="connsiteY20" fmla="*/ 444137 h 444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8335" h="444244">
                <a:moveTo>
                  <a:pt x="100803" y="444137"/>
                </a:moveTo>
                <a:cubicBezTo>
                  <a:pt x="125477" y="445588"/>
                  <a:pt x="189305" y="432053"/>
                  <a:pt x="231431" y="418011"/>
                </a:cubicBezTo>
                <a:cubicBezTo>
                  <a:pt x="243115" y="414116"/>
                  <a:pt x="247310" y="398717"/>
                  <a:pt x="257557" y="391886"/>
                </a:cubicBezTo>
                <a:cubicBezTo>
                  <a:pt x="265195" y="386794"/>
                  <a:pt x="274974" y="386080"/>
                  <a:pt x="283683" y="383177"/>
                </a:cubicBezTo>
                <a:cubicBezTo>
                  <a:pt x="305507" y="339529"/>
                  <a:pt x="302374" y="349900"/>
                  <a:pt x="318517" y="296091"/>
                </a:cubicBezTo>
                <a:cubicBezTo>
                  <a:pt x="323550" y="279313"/>
                  <a:pt x="329276" y="238717"/>
                  <a:pt x="344643" y="226423"/>
                </a:cubicBezTo>
                <a:cubicBezTo>
                  <a:pt x="364917" y="210204"/>
                  <a:pt x="392708" y="205991"/>
                  <a:pt x="414311" y="191589"/>
                </a:cubicBezTo>
                <a:lnTo>
                  <a:pt x="440437" y="174171"/>
                </a:lnTo>
                <a:cubicBezTo>
                  <a:pt x="446243" y="165463"/>
                  <a:pt x="456698" y="158448"/>
                  <a:pt x="457854" y="148046"/>
                </a:cubicBezTo>
                <a:cubicBezTo>
                  <a:pt x="461915" y="111501"/>
                  <a:pt x="439431" y="73083"/>
                  <a:pt x="423020" y="43543"/>
                </a:cubicBezTo>
                <a:cubicBezTo>
                  <a:pt x="417937" y="34394"/>
                  <a:pt x="413644" y="24117"/>
                  <a:pt x="405603" y="17417"/>
                </a:cubicBezTo>
                <a:cubicBezTo>
                  <a:pt x="395630" y="9106"/>
                  <a:pt x="382380" y="5806"/>
                  <a:pt x="370768" y="0"/>
                </a:cubicBezTo>
                <a:cubicBezTo>
                  <a:pt x="364165" y="991"/>
                  <a:pt x="143976" y="32182"/>
                  <a:pt x="100803" y="43543"/>
                </a:cubicBezTo>
                <a:cubicBezTo>
                  <a:pt x="76817" y="49855"/>
                  <a:pt x="54357" y="60960"/>
                  <a:pt x="31134" y="69669"/>
                </a:cubicBezTo>
                <a:cubicBezTo>
                  <a:pt x="6445" y="119046"/>
                  <a:pt x="-14951" y="138183"/>
                  <a:pt x="13717" y="200297"/>
                </a:cubicBezTo>
                <a:cubicBezTo>
                  <a:pt x="21506" y="217173"/>
                  <a:pt x="44117" y="221988"/>
                  <a:pt x="57260" y="235131"/>
                </a:cubicBezTo>
                <a:cubicBezTo>
                  <a:pt x="64661" y="242532"/>
                  <a:pt x="68871" y="252548"/>
                  <a:pt x="74677" y="261257"/>
                </a:cubicBezTo>
                <a:cubicBezTo>
                  <a:pt x="71774" y="287383"/>
                  <a:pt x="69965" y="313653"/>
                  <a:pt x="65968" y="339634"/>
                </a:cubicBezTo>
                <a:cubicBezTo>
                  <a:pt x="64148" y="351464"/>
                  <a:pt x="54357" y="362857"/>
                  <a:pt x="57260" y="374469"/>
                </a:cubicBezTo>
                <a:cubicBezTo>
                  <a:pt x="60780" y="388550"/>
                  <a:pt x="73940" y="398283"/>
                  <a:pt x="83386" y="409303"/>
                </a:cubicBezTo>
                <a:cubicBezTo>
                  <a:pt x="91401" y="418654"/>
                  <a:pt x="76129" y="442686"/>
                  <a:pt x="100803" y="444137"/>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89978F95-02B9-F217-7745-B3080D0AE07D}"/>
              </a:ext>
            </a:extLst>
          </p:cNvPr>
          <p:cNvSpPr/>
          <p:nvPr/>
        </p:nvSpPr>
        <p:spPr>
          <a:xfrm>
            <a:off x="6568970" y="1930876"/>
            <a:ext cx="188861" cy="269965"/>
          </a:xfrm>
          <a:custGeom>
            <a:avLst/>
            <a:gdLst>
              <a:gd name="connsiteX0" fmla="*/ 6001 w 188861"/>
              <a:gd name="connsiteY0" fmla="*/ 60960 h 269965"/>
              <a:gd name="connsiteX1" fmla="*/ 58253 w 188861"/>
              <a:gd name="connsiteY1" fmla="*/ 34834 h 269965"/>
              <a:gd name="connsiteX2" fmla="*/ 136630 w 188861"/>
              <a:gd name="connsiteY2" fmla="*/ 0 h 269965"/>
              <a:gd name="connsiteX3" fmla="*/ 180173 w 188861"/>
              <a:gd name="connsiteY3" fmla="*/ 8708 h 269965"/>
              <a:gd name="connsiteX4" fmla="*/ 136630 w 188861"/>
              <a:gd name="connsiteY4" fmla="*/ 130628 h 269965"/>
              <a:gd name="connsiteX5" fmla="*/ 110504 w 188861"/>
              <a:gd name="connsiteY5" fmla="*/ 200297 h 269965"/>
              <a:gd name="connsiteX6" fmla="*/ 75670 w 188861"/>
              <a:gd name="connsiteY6" fmla="*/ 243840 h 269965"/>
              <a:gd name="connsiteX7" fmla="*/ 58253 w 188861"/>
              <a:gd name="connsiteY7" fmla="*/ 269965 h 269965"/>
              <a:gd name="connsiteX8" fmla="*/ 14710 w 188861"/>
              <a:gd name="connsiteY8" fmla="*/ 130628 h 269965"/>
              <a:gd name="connsiteX9" fmla="*/ 6001 w 188861"/>
              <a:gd name="connsiteY9" fmla="*/ 60960 h 26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8861" h="269965">
                <a:moveTo>
                  <a:pt x="6001" y="60960"/>
                </a:moveTo>
                <a:cubicBezTo>
                  <a:pt x="13258" y="44994"/>
                  <a:pt x="40525" y="42892"/>
                  <a:pt x="58253" y="34834"/>
                </a:cubicBezTo>
                <a:cubicBezTo>
                  <a:pt x="180566" y="-20762"/>
                  <a:pt x="32410" y="52110"/>
                  <a:pt x="136630" y="0"/>
                </a:cubicBezTo>
                <a:cubicBezTo>
                  <a:pt x="151144" y="2903"/>
                  <a:pt x="175115" y="-5203"/>
                  <a:pt x="180173" y="8708"/>
                </a:cubicBezTo>
                <a:cubicBezTo>
                  <a:pt x="204995" y="76969"/>
                  <a:pt x="172299" y="94959"/>
                  <a:pt x="136630" y="130628"/>
                </a:cubicBezTo>
                <a:cubicBezTo>
                  <a:pt x="128971" y="161263"/>
                  <a:pt x="128720" y="172973"/>
                  <a:pt x="110504" y="200297"/>
                </a:cubicBezTo>
                <a:cubicBezTo>
                  <a:pt x="100194" y="215763"/>
                  <a:pt x="86822" y="228970"/>
                  <a:pt x="75670" y="243840"/>
                </a:cubicBezTo>
                <a:cubicBezTo>
                  <a:pt x="69390" y="252213"/>
                  <a:pt x="64059" y="261257"/>
                  <a:pt x="58253" y="269965"/>
                </a:cubicBezTo>
                <a:cubicBezTo>
                  <a:pt x="-22007" y="249901"/>
                  <a:pt x="35480" y="276015"/>
                  <a:pt x="14710" y="130628"/>
                </a:cubicBezTo>
                <a:cubicBezTo>
                  <a:pt x="-5461" y="-10567"/>
                  <a:pt x="-1256" y="76926"/>
                  <a:pt x="6001" y="6096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0C68931D-58CA-49C0-4E2F-482E65CA5EF2}"/>
              </a:ext>
            </a:extLst>
          </p:cNvPr>
          <p:cNvSpPr/>
          <p:nvPr/>
        </p:nvSpPr>
        <p:spPr>
          <a:xfrm>
            <a:off x="3523117" y="3147506"/>
            <a:ext cx="278904" cy="235131"/>
          </a:xfrm>
          <a:custGeom>
            <a:avLst/>
            <a:gdLst>
              <a:gd name="connsiteX0" fmla="*/ 165463 w 278904"/>
              <a:gd name="connsiteY0" fmla="*/ 235131 h 235131"/>
              <a:gd name="connsiteX1" fmla="*/ 269966 w 278904"/>
              <a:gd name="connsiteY1" fmla="*/ 226423 h 235131"/>
              <a:gd name="connsiteX2" fmla="*/ 278674 w 278904"/>
              <a:gd name="connsiteY2" fmla="*/ 191588 h 235131"/>
              <a:gd name="connsiteX3" fmla="*/ 269966 w 278904"/>
              <a:gd name="connsiteY3" fmla="*/ 113211 h 235131"/>
              <a:gd name="connsiteX4" fmla="*/ 217714 w 278904"/>
              <a:gd name="connsiteY4" fmla="*/ 60960 h 235131"/>
              <a:gd name="connsiteX5" fmla="*/ 104503 w 278904"/>
              <a:gd name="connsiteY5" fmla="*/ 0 h 235131"/>
              <a:gd name="connsiteX6" fmla="*/ 8709 w 278904"/>
              <a:gd name="connsiteY6" fmla="*/ 52251 h 235131"/>
              <a:gd name="connsiteX7" fmla="*/ 0 w 278904"/>
              <a:gd name="connsiteY7" fmla="*/ 78377 h 235131"/>
              <a:gd name="connsiteX8" fmla="*/ 69669 w 278904"/>
              <a:gd name="connsiteY8" fmla="*/ 156754 h 235131"/>
              <a:gd name="connsiteX9" fmla="*/ 95794 w 278904"/>
              <a:gd name="connsiteY9" fmla="*/ 182880 h 235131"/>
              <a:gd name="connsiteX10" fmla="*/ 148046 w 278904"/>
              <a:gd name="connsiteY10" fmla="*/ 217714 h 235131"/>
              <a:gd name="connsiteX11" fmla="*/ 165463 w 278904"/>
              <a:gd name="connsiteY11" fmla="*/ 235131 h 23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8904" h="235131">
                <a:moveTo>
                  <a:pt x="165463" y="235131"/>
                </a:moveTo>
                <a:cubicBezTo>
                  <a:pt x="200297" y="232228"/>
                  <a:pt x="237341" y="238971"/>
                  <a:pt x="269966" y="226423"/>
                </a:cubicBezTo>
                <a:cubicBezTo>
                  <a:pt x="281137" y="222126"/>
                  <a:pt x="278674" y="203557"/>
                  <a:pt x="278674" y="191588"/>
                </a:cubicBezTo>
                <a:cubicBezTo>
                  <a:pt x="278674" y="165302"/>
                  <a:pt x="281082" y="137031"/>
                  <a:pt x="269966" y="113211"/>
                </a:cubicBezTo>
                <a:cubicBezTo>
                  <a:pt x="259550" y="90890"/>
                  <a:pt x="236948" y="76347"/>
                  <a:pt x="217714" y="60960"/>
                </a:cubicBezTo>
                <a:cubicBezTo>
                  <a:pt x="150791" y="7422"/>
                  <a:pt x="161637" y="14283"/>
                  <a:pt x="104503" y="0"/>
                </a:cubicBezTo>
                <a:cubicBezTo>
                  <a:pt x="42004" y="20833"/>
                  <a:pt x="31594" y="6482"/>
                  <a:pt x="8709" y="52251"/>
                </a:cubicBezTo>
                <a:cubicBezTo>
                  <a:pt x="4604" y="60462"/>
                  <a:pt x="2903" y="69668"/>
                  <a:pt x="0" y="78377"/>
                </a:cubicBezTo>
                <a:cubicBezTo>
                  <a:pt x="55286" y="161305"/>
                  <a:pt x="9490" y="105171"/>
                  <a:pt x="69669" y="156754"/>
                </a:cubicBezTo>
                <a:cubicBezTo>
                  <a:pt x="79020" y="164769"/>
                  <a:pt x="86073" y="175319"/>
                  <a:pt x="95794" y="182880"/>
                </a:cubicBezTo>
                <a:cubicBezTo>
                  <a:pt x="112317" y="195732"/>
                  <a:pt x="129323" y="208353"/>
                  <a:pt x="148046" y="217714"/>
                </a:cubicBezTo>
                <a:lnTo>
                  <a:pt x="165463" y="235131"/>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Freeform: Shape 152">
            <a:extLst>
              <a:ext uri="{FF2B5EF4-FFF2-40B4-BE49-F238E27FC236}">
                <a16:creationId xmlns:a16="http://schemas.microsoft.com/office/drawing/2014/main" id="{D861BC98-3A95-2FBB-6B61-2C74A2F57271}"/>
              </a:ext>
            </a:extLst>
          </p:cNvPr>
          <p:cNvSpPr/>
          <p:nvPr/>
        </p:nvSpPr>
        <p:spPr>
          <a:xfrm>
            <a:off x="4803474" y="5435740"/>
            <a:ext cx="517752" cy="550319"/>
          </a:xfrm>
          <a:custGeom>
            <a:avLst/>
            <a:gdLst>
              <a:gd name="connsiteX0" fmla="*/ 64030 w 517752"/>
              <a:gd name="connsiteY0" fmla="*/ 45222 h 550319"/>
              <a:gd name="connsiteX1" fmla="*/ 3070 w 517752"/>
              <a:gd name="connsiteY1" fmla="*/ 184559 h 550319"/>
              <a:gd name="connsiteX2" fmla="*/ 11778 w 517752"/>
              <a:gd name="connsiteY2" fmla="*/ 402273 h 550319"/>
              <a:gd name="connsiteX3" fmla="*/ 72738 w 517752"/>
              <a:gd name="connsiteY3" fmla="*/ 463233 h 550319"/>
              <a:gd name="connsiteX4" fmla="*/ 212076 w 517752"/>
              <a:gd name="connsiteY4" fmla="*/ 524193 h 550319"/>
              <a:gd name="connsiteX5" fmla="*/ 264327 w 517752"/>
              <a:gd name="connsiteY5" fmla="*/ 550319 h 550319"/>
              <a:gd name="connsiteX6" fmla="*/ 333996 w 517752"/>
              <a:gd name="connsiteY6" fmla="*/ 541611 h 550319"/>
              <a:gd name="connsiteX7" fmla="*/ 429790 w 517752"/>
              <a:gd name="connsiteY7" fmla="*/ 506776 h 550319"/>
              <a:gd name="connsiteX8" fmla="*/ 429790 w 517752"/>
              <a:gd name="connsiteY8" fmla="*/ 315188 h 550319"/>
              <a:gd name="connsiteX9" fmla="*/ 403664 w 517752"/>
              <a:gd name="connsiteY9" fmla="*/ 289062 h 550319"/>
              <a:gd name="connsiteX10" fmla="*/ 377538 w 517752"/>
              <a:gd name="connsiteY10" fmla="*/ 254228 h 550319"/>
              <a:gd name="connsiteX11" fmla="*/ 438498 w 517752"/>
              <a:gd name="connsiteY11" fmla="*/ 184559 h 550319"/>
              <a:gd name="connsiteX12" fmla="*/ 482041 w 517752"/>
              <a:gd name="connsiteY12" fmla="*/ 149725 h 550319"/>
              <a:gd name="connsiteX13" fmla="*/ 516876 w 517752"/>
              <a:gd name="connsiteY13" fmla="*/ 80056 h 550319"/>
              <a:gd name="connsiteX14" fmla="*/ 499458 w 517752"/>
              <a:gd name="connsiteY14" fmla="*/ 53931 h 550319"/>
              <a:gd name="connsiteX15" fmla="*/ 455916 w 517752"/>
              <a:gd name="connsiteY15" fmla="*/ 1679 h 550319"/>
              <a:gd name="connsiteX16" fmla="*/ 403664 w 517752"/>
              <a:gd name="connsiteY16" fmla="*/ 1679 h 55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752" h="550319">
                <a:moveTo>
                  <a:pt x="64030" y="45222"/>
                </a:moveTo>
                <a:cubicBezTo>
                  <a:pt x="24211" y="100969"/>
                  <a:pt x="5241" y="110733"/>
                  <a:pt x="3070" y="184559"/>
                </a:cubicBezTo>
                <a:cubicBezTo>
                  <a:pt x="935" y="257157"/>
                  <a:pt x="-5837" y="331812"/>
                  <a:pt x="11778" y="402273"/>
                </a:cubicBezTo>
                <a:cubicBezTo>
                  <a:pt x="18748" y="430152"/>
                  <a:pt x="50662" y="444836"/>
                  <a:pt x="72738" y="463233"/>
                </a:cubicBezTo>
                <a:cubicBezTo>
                  <a:pt x="111544" y="495571"/>
                  <a:pt x="168367" y="506195"/>
                  <a:pt x="212076" y="524193"/>
                </a:cubicBezTo>
                <a:cubicBezTo>
                  <a:pt x="230082" y="531607"/>
                  <a:pt x="246910" y="541610"/>
                  <a:pt x="264327" y="550319"/>
                </a:cubicBezTo>
                <a:cubicBezTo>
                  <a:pt x="287550" y="547416"/>
                  <a:pt x="311112" y="546515"/>
                  <a:pt x="333996" y="541611"/>
                </a:cubicBezTo>
                <a:cubicBezTo>
                  <a:pt x="358069" y="536453"/>
                  <a:pt x="405821" y="516363"/>
                  <a:pt x="429790" y="506776"/>
                </a:cubicBezTo>
                <a:cubicBezTo>
                  <a:pt x="448235" y="432991"/>
                  <a:pt x="452081" y="432214"/>
                  <a:pt x="429790" y="315188"/>
                </a:cubicBezTo>
                <a:cubicBezTo>
                  <a:pt x="427486" y="303090"/>
                  <a:pt x="411679" y="298413"/>
                  <a:pt x="403664" y="289062"/>
                </a:cubicBezTo>
                <a:cubicBezTo>
                  <a:pt x="394218" y="278042"/>
                  <a:pt x="386247" y="265839"/>
                  <a:pt x="377538" y="254228"/>
                </a:cubicBezTo>
                <a:cubicBezTo>
                  <a:pt x="392867" y="162259"/>
                  <a:pt x="365751" y="230026"/>
                  <a:pt x="438498" y="184559"/>
                </a:cubicBezTo>
                <a:cubicBezTo>
                  <a:pt x="528531" y="128289"/>
                  <a:pt x="386768" y="181481"/>
                  <a:pt x="482041" y="149725"/>
                </a:cubicBezTo>
                <a:cubicBezTo>
                  <a:pt x="505263" y="126503"/>
                  <a:pt x="521820" y="119607"/>
                  <a:pt x="516876" y="80056"/>
                </a:cubicBezTo>
                <a:cubicBezTo>
                  <a:pt x="515578" y="69670"/>
                  <a:pt x="504651" y="63018"/>
                  <a:pt x="499458" y="53931"/>
                </a:cubicBezTo>
                <a:cubicBezTo>
                  <a:pt x="487069" y="32250"/>
                  <a:pt x="485016" y="8146"/>
                  <a:pt x="455916" y="1679"/>
                </a:cubicBezTo>
                <a:cubicBezTo>
                  <a:pt x="438913" y="-2099"/>
                  <a:pt x="421081" y="1679"/>
                  <a:pt x="403664" y="1679"/>
                </a:cubicBezTo>
              </a:path>
            </a:pathLst>
          </a:custGeom>
          <a:solidFill>
            <a:srgbClr val="59A14F">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Shape 153">
            <a:extLst>
              <a:ext uri="{FF2B5EF4-FFF2-40B4-BE49-F238E27FC236}">
                <a16:creationId xmlns:a16="http://schemas.microsoft.com/office/drawing/2014/main" id="{A824C0AC-5DF4-6FD3-FA2C-9F56A0D828F6}"/>
              </a:ext>
            </a:extLst>
          </p:cNvPr>
          <p:cNvSpPr/>
          <p:nvPr/>
        </p:nvSpPr>
        <p:spPr>
          <a:xfrm>
            <a:off x="5198430" y="5605407"/>
            <a:ext cx="339634" cy="425622"/>
          </a:xfrm>
          <a:custGeom>
            <a:avLst/>
            <a:gdLst>
              <a:gd name="connsiteX0" fmla="*/ 296091 w 339634"/>
              <a:gd name="connsiteY0" fmla="*/ 1814 h 367574"/>
              <a:gd name="connsiteX1" fmla="*/ 43542 w 339634"/>
              <a:gd name="connsiteY1" fmla="*/ 27940 h 367574"/>
              <a:gd name="connsiteX2" fmla="*/ 8708 w 339634"/>
              <a:gd name="connsiteY2" fmla="*/ 54066 h 367574"/>
              <a:gd name="connsiteX3" fmla="*/ 0 w 339634"/>
              <a:gd name="connsiteY3" fmla="*/ 88900 h 367574"/>
              <a:gd name="connsiteX4" fmla="*/ 8708 w 339634"/>
              <a:gd name="connsiteY4" fmla="*/ 115026 h 367574"/>
              <a:gd name="connsiteX5" fmla="*/ 17417 w 339634"/>
              <a:gd name="connsiteY5" fmla="*/ 158568 h 367574"/>
              <a:gd name="connsiteX6" fmla="*/ 26125 w 339634"/>
              <a:gd name="connsiteY6" fmla="*/ 289197 h 367574"/>
              <a:gd name="connsiteX7" fmla="*/ 95794 w 339634"/>
              <a:gd name="connsiteY7" fmla="*/ 324031 h 367574"/>
              <a:gd name="connsiteX8" fmla="*/ 165462 w 339634"/>
              <a:gd name="connsiteY8" fmla="*/ 367574 h 367574"/>
              <a:gd name="connsiteX9" fmla="*/ 296091 w 339634"/>
              <a:gd name="connsiteY9" fmla="*/ 350157 h 367574"/>
              <a:gd name="connsiteX10" fmla="*/ 322217 w 339634"/>
              <a:gd name="connsiteY10" fmla="*/ 315323 h 367574"/>
              <a:gd name="connsiteX11" fmla="*/ 330925 w 339634"/>
              <a:gd name="connsiteY11" fmla="*/ 202111 h 367574"/>
              <a:gd name="connsiteX12" fmla="*/ 339634 w 339634"/>
              <a:gd name="connsiteY12" fmla="*/ 167277 h 367574"/>
              <a:gd name="connsiteX13" fmla="*/ 330925 w 339634"/>
              <a:gd name="connsiteY13" fmla="*/ 106317 h 367574"/>
              <a:gd name="connsiteX14" fmla="*/ 304800 w 339634"/>
              <a:gd name="connsiteY14" fmla="*/ 71483 h 367574"/>
              <a:gd name="connsiteX15" fmla="*/ 287382 w 339634"/>
              <a:gd name="connsiteY15" fmla="*/ 45357 h 367574"/>
              <a:gd name="connsiteX16" fmla="*/ 296091 w 339634"/>
              <a:gd name="connsiteY16" fmla="*/ 1814 h 36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9634" h="367574">
                <a:moveTo>
                  <a:pt x="296091" y="1814"/>
                </a:moveTo>
                <a:cubicBezTo>
                  <a:pt x="255451" y="-1089"/>
                  <a:pt x="115443" y="-4743"/>
                  <a:pt x="43542" y="27940"/>
                </a:cubicBezTo>
                <a:cubicBezTo>
                  <a:pt x="30329" y="33946"/>
                  <a:pt x="20319" y="45357"/>
                  <a:pt x="8708" y="54066"/>
                </a:cubicBezTo>
                <a:cubicBezTo>
                  <a:pt x="5805" y="65677"/>
                  <a:pt x="0" y="76931"/>
                  <a:pt x="0" y="88900"/>
                </a:cubicBezTo>
                <a:cubicBezTo>
                  <a:pt x="0" y="98080"/>
                  <a:pt x="6482" y="106120"/>
                  <a:pt x="8708" y="115026"/>
                </a:cubicBezTo>
                <a:cubicBezTo>
                  <a:pt x="12298" y="129386"/>
                  <a:pt x="14514" y="144054"/>
                  <a:pt x="17417" y="158568"/>
                </a:cubicBezTo>
                <a:cubicBezTo>
                  <a:pt x="20320" y="202111"/>
                  <a:pt x="7444" y="249758"/>
                  <a:pt x="26125" y="289197"/>
                </a:cubicBezTo>
                <a:cubicBezTo>
                  <a:pt x="37240" y="312662"/>
                  <a:pt x="72571" y="312420"/>
                  <a:pt x="95794" y="324031"/>
                </a:cubicBezTo>
                <a:cubicBezTo>
                  <a:pt x="143609" y="347938"/>
                  <a:pt x="120244" y="333660"/>
                  <a:pt x="165462" y="367574"/>
                </a:cubicBezTo>
                <a:cubicBezTo>
                  <a:pt x="209005" y="361768"/>
                  <a:pt x="254417" y="364048"/>
                  <a:pt x="296091" y="350157"/>
                </a:cubicBezTo>
                <a:cubicBezTo>
                  <a:pt x="309860" y="345567"/>
                  <a:pt x="318893" y="329451"/>
                  <a:pt x="322217" y="315323"/>
                </a:cubicBezTo>
                <a:cubicBezTo>
                  <a:pt x="330886" y="278480"/>
                  <a:pt x="326503" y="239701"/>
                  <a:pt x="330925" y="202111"/>
                </a:cubicBezTo>
                <a:cubicBezTo>
                  <a:pt x="332323" y="190224"/>
                  <a:pt x="336731" y="178888"/>
                  <a:pt x="339634" y="167277"/>
                </a:cubicBezTo>
                <a:cubicBezTo>
                  <a:pt x="336731" y="146957"/>
                  <a:pt x="337940" y="125608"/>
                  <a:pt x="330925" y="106317"/>
                </a:cubicBezTo>
                <a:cubicBezTo>
                  <a:pt x="325965" y="92677"/>
                  <a:pt x="313236" y="83294"/>
                  <a:pt x="304800" y="71483"/>
                </a:cubicBezTo>
                <a:cubicBezTo>
                  <a:pt x="298716" y="62966"/>
                  <a:pt x="289921" y="55511"/>
                  <a:pt x="287382" y="45357"/>
                </a:cubicBezTo>
                <a:cubicBezTo>
                  <a:pt x="283862" y="31276"/>
                  <a:pt x="336731" y="4717"/>
                  <a:pt x="296091" y="1814"/>
                </a:cubicBezTo>
                <a:close/>
              </a:path>
            </a:pathLst>
          </a:custGeom>
          <a:solidFill>
            <a:srgbClr val="FF9D9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Shape 154">
            <a:extLst>
              <a:ext uri="{FF2B5EF4-FFF2-40B4-BE49-F238E27FC236}">
                <a16:creationId xmlns:a16="http://schemas.microsoft.com/office/drawing/2014/main" id="{763E544B-15DE-C2B9-BE16-B067C3500417}"/>
              </a:ext>
            </a:extLst>
          </p:cNvPr>
          <p:cNvSpPr/>
          <p:nvPr/>
        </p:nvSpPr>
        <p:spPr>
          <a:xfrm>
            <a:off x="5450978" y="5405439"/>
            <a:ext cx="748937" cy="531223"/>
          </a:xfrm>
          <a:custGeom>
            <a:avLst/>
            <a:gdLst>
              <a:gd name="connsiteX0" fmla="*/ 217714 w 748937"/>
              <a:gd name="connsiteY0" fmla="*/ 95794 h 531223"/>
              <a:gd name="connsiteX1" fmla="*/ 400594 w 748937"/>
              <a:gd name="connsiteY1" fmla="*/ 52252 h 531223"/>
              <a:gd name="connsiteX2" fmla="*/ 418012 w 748937"/>
              <a:gd name="connsiteY2" fmla="*/ 34834 h 531223"/>
              <a:gd name="connsiteX3" fmla="*/ 444137 w 748937"/>
              <a:gd name="connsiteY3" fmla="*/ 17417 h 531223"/>
              <a:gd name="connsiteX4" fmla="*/ 513806 w 748937"/>
              <a:gd name="connsiteY4" fmla="*/ 0 h 531223"/>
              <a:gd name="connsiteX5" fmla="*/ 557349 w 748937"/>
              <a:gd name="connsiteY5" fmla="*/ 43543 h 531223"/>
              <a:gd name="connsiteX6" fmla="*/ 583474 w 748937"/>
              <a:gd name="connsiteY6" fmla="*/ 69669 h 531223"/>
              <a:gd name="connsiteX7" fmla="*/ 600892 w 748937"/>
              <a:gd name="connsiteY7" fmla="*/ 95794 h 531223"/>
              <a:gd name="connsiteX8" fmla="*/ 627017 w 748937"/>
              <a:gd name="connsiteY8" fmla="*/ 148046 h 531223"/>
              <a:gd name="connsiteX9" fmla="*/ 635726 w 748937"/>
              <a:gd name="connsiteY9" fmla="*/ 182880 h 531223"/>
              <a:gd name="connsiteX10" fmla="*/ 661852 w 748937"/>
              <a:gd name="connsiteY10" fmla="*/ 226423 h 531223"/>
              <a:gd name="connsiteX11" fmla="*/ 714103 w 748937"/>
              <a:gd name="connsiteY11" fmla="*/ 287383 h 531223"/>
              <a:gd name="connsiteX12" fmla="*/ 748937 w 748937"/>
              <a:gd name="connsiteY12" fmla="*/ 304800 h 531223"/>
              <a:gd name="connsiteX13" fmla="*/ 740229 w 748937"/>
              <a:gd name="connsiteY13" fmla="*/ 339634 h 531223"/>
              <a:gd name="connsiteX14" fmla="*/ 705394 w 748937"/>
              <a:gd name="connsiteY14" fmla="*/ 374469 h 531223"/>
              <a:gd name="connsiteX15" fmla="*/ 679269 w 748937"/>
              <a:gd name="connsiteY15" fmla="*/ 409303 h 531223"/>
              <a:gd name="connsiteX16" fmla="*/ 627017 w 748937"/>
              <a:gd name="connsiteY16" fmla="*/ 470263 h 531223"/>
              <a:gd name="connsiteX17" fmla="*/ 478972 w 748937"/>
              <a:gd name="connsiteY17" fmla="*/ 478972 h 531223"/>
              <a:gd name="connsiteX18" fmla="*/ 287383 w 748937"/>
              <a:gd name="connsiteY18" fmla="*/ 505097 h 531223"/>
              <a:gd name="connsiteX19" fmla="*/ 226423 w 748937"/>
              <a:gd name="connsiteY19" fmla="*/ 522514 h 531223"/>
              <a:gd name="connsiteX20" fmla="*/ 182880 w 748937"/>
              <a:gd name="connsiteY20" fmla="*/ 531223 h 531223"/>
              <a:gd name="connsiteX21" fmla="*/ 87086 w 748937"/>
              <a:gd name="connsiteY21" fmla="*/ 513806 h 531223"/>
              <a:gd name="connsiteX22" fmla="*/ 60960 w 748937"/>
              <a:gd name="connsiteY22" fmla="*/ 461554 h 531223"/>
              <a:gd name="connsiteX23" fmla="*/ 34834 w 748937"/>
              <a:gd name="connsiteY23" fmla="*/ 383177 h 531223"/>
              <a:gd name="connsiteX24" fmla="*/ 26126 w 748937"/>
              <a:gd name="connsiteY24" fmla="*/ 348343 h 531223"/>
              <a:gd name="connsiteX25" fmla="*/ 0 w 748937"/>
              <a:gd name="connsiteY25" fmla="*/ 278674 h 531223"/>
              <a:gd name="connsiteX26" fmla="*/ 8709 w 748937"/>
              <a:gd name="connsiteY26" fmla="*/ 252549 h 531223"/>
              <a:gd name="connsiteX27" fmla="*/ 78377 w 748937"/>
              <a:gd name="connsiteY27" fmla="*/ 243840 h 531223"/>
              <a:gd name="connsiteX28" fmla="*/ 95794 w 748937"/>
              <a:gd name="connsiteY28" fmla="*/ 235132 h 531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48937" h="531223">
                <a:moveTo>
                  <a:pt x="217714" y="95794"/>
                </a:moveTo>
                <a:cubicBezTo>
                  <a:pt x="280457" y="84386"/>
                  <a:pt x="341129" y="77029"/>
                  <a:pt x="400594" y="52252"/>
                </a:cubicBezTo>
                <a:cubicBezTo>
                  <a:pt x="408173" y="49094"/>
                  <a:pt x="411600" y="39963"/>
                  <a:pt x="418012" y="34834"/>
                </a:cubicBezTo>
                <a:cubicBezTo>
                  <a:pt x="426185" y="28296"/>
                  <a:pt x="434301" y="20994"/>
                  <a:pt x="444137" y="17417"/>
                </a:cubicBezTo>
                <a:cubicBezTo>
                  <a:pt x="466634" y="9236"/>
                  <a:pt x="490583" y="5806"/>
                  <a:pt x="513806" y="0"/>
                </a:cubicBezTo>
                <a:cubicBezTo>
                  <a:pt x="560808" y="15668"/>
                  <a:pt x="523721" y="-3537"/>
                  <a:pt x="557349" y="43543"/>
                </a:cubicBezTo>
                <a:cubicBezTo>
                  <a:pt x="564507" y="53565"/>
                  <a:pt x="575590" y="60208"/>
                  <a:pt x="583474" y="69669"/>
                </a:cubicBezTo>
                <a:cubicBezTo>
                  <a:pt x="590174" y="77709"/>
                  <a:pt x="595086" y="87086"/>
                  <a:pt x="600892" y="95794"/>
                </a:cubicBezTo>
                <a:cubicBezTo>
                  <a:pt x="637575" y="205853"/>
                  <a:pt x="576385" y="29905"/>
                  <a:pt x="627017" y="148046"/>
                </a:cubicBezTo>
                <a:cubicBezTo>
                  <a:pt x="631732" y="159047"/>
                  <a:pt x="630865" y="171943"/>
                  <a:pt x="635726" y="182880"/>
                </a:cubicBezTo>
                <a:cubicBezTo>
                  <a:pt x="642601" y="198348"/>
                  <a:pt x="652463" y="212339"/>
                  <a:pt x="661852" y="226423"/>
                </a:cubicBezTo>
                <a:cubicBezTo>
                  <a:pt x="672664" y="242642"/>
                  <a:pt x="696978" y="275151"/>
                  <a:pt x="714103" y="287383"/>
                </a:cubicBezTo>
                <a:cubicBezTo>
                  <a:pt x="724667" y="294929"/>
                  <a:pt x="737326" y="298994"/>
                  <a:pt x="748937" y="304800"/>
                </a:cubicBezTo>
                <a:cubicBezTo>
                  <a:pt x="746034" y="316411"/>
                  <a:pt x="746572" y="329485"/>
                  <a:pt x="740229" y="339634"/>
                </a:cubicBezTo>
                <a:cubicBezTo>
                  <a:pt x="731526" y="353559"/>
                  <a:pt x="716208" y="362111"/>
                  <a:pt x="705394" y="374469"/>
                </a:cubicBezTo>
                <a:cubicBezTo>
                  <a:pt x="695836" y="385392"/>
                  <a:pt x="686961" y="396995"/>
                  <a:pt x="679269" y="409303"/>
                </a:cubicBezTo>
                <a:cubicBezTo>
                  <a:pt x="664631" y="432724"/>
                  <a:pt x="661873" y="463624"/>
                  <a:pt x="627017" y="470263"/>
                </a:cubicBezTo>
                <a:cubicBezTo>
                  <a:pt x="578456" y="479513"/>
                  <a:pt x="528320" y="476069"/>
                  <a:pt x="478972" y="478972"/>
                </a:cubicBezTo>
                <a:cubicBezTo>
                  <a:pt x="361745" y="518047"/>
                  <a:pt x="497833" y="477648"/>
                  <a:pt x="287383" y="505097"/>
                </a:cubicBezTo>
                <a:cubicBezTo>
                  <a:pt x="266427" y="507830"/>
                  <a:pt x="246925" y="517388"/>
                  <a:pt x="226423" y="522514"/>
                </a:cubicBezTo>
                <a:cubicBezTo>
                  <a:pt x="212063" y="526104"/>
                  <a:pt x="197394" y="528320"/>
                  <a:pt x="182880" y="531223"/>
                </a:cubicBezTo>
                <a:cubicBezTo>
                  <a:pt x="150949" y="525417"/>
                  <a:pt x="115265" y="529908"/>
                  <a:pt x="87086" y="513806"/>
                </a:cubicBezTo>
                <a:cubicBezTo>
                  <a:pt x="70179" y="504145"/>
                  <a:pt x="68192" y="479634"/>
                  <a:pt x="60960" y="461554"/>
                </a:cubicBezTo>
                <a:cubicBezTo>
                  <a:pt x="50732" y="435985"/>
                  <a:pt x="43543" y="409303"/>
                  <a:pt x="34834" y="383177"/>
                </a:cubicBezTo>
                <a:cubicBezTo>
                  <a:pt x="31049" y="371823"/>
                  <a:pt x="30328" y="359550"/>
                  <a:pt x="26126" y="348343"/>
                </a:cubicBezTo>
                <a:cubicBezTo>
                  <a:pt x="-8031" y="257256"/>
                  <a:pt x="22356" y="368097"/>
                  <a:pt x="0" y="278674"/>
                </a:cubicBezTo>
                <a:cubicBezTo>
                  <a:pt x="2903" y="269966"/>
                  <a:pt x="321" y="256277"/>
                  <a:pt x="8709" y="252549"/>
                </a:cubicBezTo>
                <a:cubicBezTo>
                  <a:pt x="30095" y="243044"/>
                  <a:pt x="55428" y="248430"/>
                  <a:pt x="78377" y="243840"/>
                </a:cubicBezTo>
                <a:cubicBezTo>
                  <a:pt x="84742" y="242567"/>
                  <a:pt x="89988" y="238035"/>
                  <a:pt x="95794" y="235132"/>
                </a:cubicBezTo>
              </a:path>
            </a:pathLst>
          </a:custGeom>
          <a:solidFill>
            <a:srgbClr val="F28E2B">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Shape 155">
            <a:extLst>
              <a:ext uri="{FF2B5EF4-FFF2-40B4-BE49-F238E27FC236}">
                <a16:creationId xmlns:a16="http://schemas.microsoft.com/office/drawing/2014/main" id="{8B99D099-67F0-B335-4A86-ED88F6F18444}"/>
              </a:ext>
            </a:extLst>
          </p:cNvPr>
          <p:cNvSpPr/>
          <p:nvPr/>
        </p:nvSpPr>
        <p:spPr>
          <a:xfrm>
            <a:off x="5540178" y="5840867"/>
            <a:ext cx="629764" cy="500577"/>
          </a:xfrm>
          <a:custGeom>
            <a:avLst/>
            <a:gdLst>
              <a:gd name="connsiteX0" fmla="*/ 19746 w 621643"/>
              <a:gd name="connsiteY0" fmla="*/ 156754 h 454586"/>
              <a:gd name="connsiteX1" fmla="*/ 98123 w 621643"/>
              <a:gd name="connsiteY1" fmla="*/ 165463 h 454586"/>
              <a:gd name="connsiteX2" fmla="*/ 176500 w 621643"/>
              <a:gd name="connsiteY2" fmla="*/ 217714 h 454586"/>
              <a:gd name="connsiteX3" fmla="*/ 193917 w 621643"/>
              <a:gd name="connsiteY3" fmla="*/ 252548 h 454586"/>
              <a:gd name="connsiteX4" fmla="*/ 246169 w 621643"/>
              <a:gd name="connsiteY4" fmla="*/ 278674 h 454586"/>
              <a:gd name="connsiteX5" fmla="*/ 298420 w 621643"/>
              <a:gd name="connsiteY5" fmla="*/ 330925 h 454586"/>
              <a:gd name="connsiteX6" fmla="*/ 333254 w 621643"/>
              <a:gd name="connsiteY6" fmla="*/ 391885 h 454586"/>
              <a:gd name="connsiteX7" fmla="*/ 359380 w 621643"/>
              <a:gd name="connsiteY7" fmla="*/ 409303 h 454586"/>
              <a:gd name="connsiteX8" fmla="*/ 376797 w 621643"/>
              <a:gd name="connsiteY8" fmla="*/ 435428 h 454586"/>
              <a:gd name="connsiteX9" fmla="*/ 490009 w 621643"/>
              <a:gd name="connsiteY9" fmla="*/ 435428 h 454586"/>
              <a:gd name="connsiteX10" fmla="*/ 533552 w 621643"/>
              <a:gd name="connsiteY10" fmla="*/ 313508 h 454586"/>
              <a:gd name="connsiteX11" fmla="*/ 568386 w 621643"/>
              <a:gd name="connsiteY11" fmla="*/ 287383 h 454586"/>
              <a:gd name="connsiteX12" fmla="*/ 611929 w 621643"/>
              <a:gd name="connsiteY12" fmla="*/ 209005 h 454586"/>
              <a:gd name="connsiteX13" fmla="*/ 577094 w 621643"/>
              <a:gd name="connsiteY13" fmla="*/ 8708 h 454586"/>
              <a:gd name="connsiteX14" fmla="*/ 542260 w 621643"/>
              <a:gd name="connsiteY14" fmla="*/ 0 h 454586"/>
              <a:gd name="connsiteX15" fmla="*/ 315837 w 621643"/>
              <a:gd name="connsiteY15" fmla="*/ 26125 h 454586"/>
              <a:gd name="connsiteX16" fmla="*/ 193917 w 621643"/>
              <a:gd name="connsiteY16" fmla="*/ 60960 h 454586"/>
              <a:gd name="connsiteX17" fmla="*/ 28454 w 621643"/>
              <a:gd name="connsiteY17" fmla="*/ 87085 h 454586"/>
              <a:gd name="connsiteX18" fmla="*/ 2329 w 621643"/>
              <a:gd name="connsiteY18" fmla="*/ 104503 h 454586"/>
              <a:gd name="connsiteX19" fmla="*/ 19746 w 621643"/>
              <a:gd name="connsiteY19" fmla="*/ 156754 h 45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1643" h="454586">
                <a:moveTo>
                  <a:pt x="19746" y="156754"/>
                </a:moveTo>
                <a:cubicBezTo>
                  <a:pt x="35712" y="166914"/>
                  <a:pt x="72510" y="159552"/>
                  <a:pt x="98123" y="165463"/>
                </a:cubicBezTo>
                <a:cubicBezTo>
                  <a:pt x="125243" y="171722"/>
                  <a:pt x="157668" y="202649"/>
                  <a:pt x="176500" y="217714"/>
                </a:cubicBezTo>
                <a:cubicBezTo>
                  <a:pt x="182306" y="229325"/>
                  <a:pt x="184147" y="243999"/>
                  <a:pt x="193917" y="252548"/>
                </a:cubicBezTo>
                <a:cubicBezTo>
                  <a:pt x="208572" y="265371"/>
                  <a:pt x="229146" y="269217"/>
                  <a:pt x="246169" y="278674"/>
                </a:cubicBezTo>
                <a:cubicBezTo>
                  <a:pt x="278912" y="296865"/>
                  <a:pt x="273583" y="297810"/>
                  <a:pt x="298420" y="330925"/>
                </a:cubicBezTo>
                <a:cubicBezTo>
                  <a:pt x="308384" y="360816"/>
                  <a:pt x="306894" y="365524"/>
                  <a:pt x="333254" y="391885"/>
                </a:cubicBezTo>
                <a:cubicBezTo>
                  <a:pt x="340655" y="399286"/>
                  <a:pt x="350671" y="403497"/>
                  <a:pt x="359380" y="409303"/>
                </a:cubicBezTo>
                <a:cubicBezTo>
                  <a:pt x="365186" y="418011"/>
                  <a:pt x="369396" y="428027"/>
                  <a:pt x="376797" y="435428"/>
                </a:cubicBezTo>
                <a:cubicBezTo>
                  <a:pt x="413456" y="472086"/>
                  <a:pt x="432538" y="446922"/>
                  <a:pt x="490009" y="435428"/>
                </a:cubicBezTo>
                <a:cubicBezTo>
                  <a:pt x="567676" y="331870"/>
                  <a:pt x="444388" y="506694"/>
                  <a:pt x="533552" y="313508"/>
                </a:cubicBezTo>
                <a:cubicBezTo>
                  <a:pt x="539634" y="300330"/>
                  <a:pt x="556775" y="296091"/>
                  <a:pt x="568386" y="287383"/>
                </a:cubicBezTo>
                <a:cubicBezTo>
                  <a:pt x="608312" y="227493"/>
                  <a:pt x="596600" y="254990"/>
                  <a:pt x="611929" y="209005"/>
                </a:cubicBezTo>
                <a:cubicBezTo>
                  <a:pt x="607913" y="124663"/>
                  <a:pt x="653109" y="41285"/>
                  <a:pt x="577094" y="8708"/>
                </a:cubicBezTo>
                <a:cubicBezTo>
                  <a:pt x="566093" y="3993"/>
                  <a:pt x="553871" y="2903"/>
                  <a:pt x="542260" y="0"/>
                </a:cubicBezTo>
                <a:cubicBezTo>
                  <a:pt x="466786" y="8708"/>
                  <a:pt x="391004" y="15071"/>
                  <a:pt x="315837" y="26125"/>
                </a:cubicBezTo>
                <a:cubicBezTo>
                  <a:pt x="236734" y="37758"/>
                  <a:pt x="262454" y="43826"/>
                  <a:pt x="193917" y="60960"/>
                </a:cubicBezTo>
                <a:cubicBezTo>
                  <a:pt x="121682" y="79019"/>
                  <a:pt x="100179" y="79116"/>
                  <a:pt x="28454" y="87085"/>
                </a:cubicBezTo>
                <a:cubicBezTo>
                  <a:pt x="19746" y="92891"/>
                  <a:pt x="8135" y="95794"/>
                  <a:pt x="2329" y="104503"/>
                </a:cubicBezTo>
                <a:cubicBezTo>
                  <a:pt x="-4310" y="114462"/>
                  <a:pt x="3780" y="146594"/>
                  <a:pt x="19746" y="156754"/>
                </a:cubicBezTo>
                <a:close/>
              </a:path>
            </a:pathLst>
          </a:custGeom>
          <a:solidFill>
            <a:srgbClr val="4E79A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99183F56-F484-D30F-A45C-1F78F93F7B79}"/>
              </a:ext>
            </a:extLst>
          </p:cNvPr>
          <p:cNvSpPr/>
          <p:nvPr/>
        </p:nvSpPr>
        <p:spPr>
          <a:xfrm>
            <a:off x="6095412" y="5703958"/>
            <a:ext cx="322650" cy="430184"/>
          </a:xfrm>
          <a:custGeom>
            <a:avLst/>
            <a:gdLst>
              <a:gd name="connsiteX0" fmla="*/ 52252 w 322650"/>
              <a:gd name="connsiteY0" fmla="*/ 348343 h 430184"/>
              <a:gd name="connsiteX1" fmla="*/ 60960 w 322650"/>
              <a:gd name="connsiteY1" fmla="*/ 391885 h 430184"/>
              <a:gd name="connsiteX2" fmla="*/ 200298 w 322650"/>
              <a:gd name="connsiteY2" fmla="*/ 418011 h 430184"/>
              <a:gd name="connsiteX3" fmla="*/ 226423 w 322650"/>
              <a:gd name="connsiteY3" fmla="*/ 409303 h 430184"/>
              <a:gd name="connsiteX4" fmla="*/ 261258 w 322650"/>
              <a:gd name="connsiteY4" fmla="*/ 391885 h 430184"/>
              <a:gd name="connsiteX5" fmla="*/ 313509 w 322650"/>
              <a:gd name="connsiteY5" fmla="*/ 383177 h 430184"/>
              <a:gd name="connsiteX6" fmla="*/ 313509 w 322650"/>
              <a:gd name="connsiteY6" fmla="*/ 278674 h 430184"/>
              <a:gd name="connsiteX7" fmla="*/ 304800 w 322650"/>
              <a:gd name="connsiteY7" fmla="*/ 182880 h 430184"/>
              <a:gd name="connsiteX8" fmla="*/ 287383 w 322650"/>
              <a:gd name="connsiteY8" fmla="*/ 78377 h 430184"/>
              <a:gd name="connsiteX9" fmla="*/ 252549 w 322650"/>
              <a:gd name="connsiteY9" fmla="*/ 34834 h 430184"/>
              <a:gd name="connsiteX10" fmla="*/ 182880 w 322650"/>
              <a:gd name="connsiteY10" fmla="*/ 0 h 430184"/>
              <a:gd name="connsiteX11" fmla="*/ 78378 w 322650"/>
              <a:gd name="connsiteY11" fmla="*/ 8708 h 430184"/>
              <a:gd name="connsiteX12" fmla="*/ 43543 w 322650"/>
              <a:gd name="connsiteY12" fmla="*/ 43543 h 430184"/>
              <a:gd name="connsiteX13" fmla="*/ 26126 w 322650"/>
              <a:gd name="connsiteY13" fmla="*/ 148045 h 430184"/>
              <a:gd name="connsiteX14" fmla="*/ 17418 w 322650"/>
              <a:gd name="connsiteY14" fmla="*/ 200297 h 430184"/>
              <a:gd name="connsiteX15" fmla="*/ 8709 w 322650"/>
              <a:gd name="connsiteY15" fmla="*/ 235131 h 430184"/>
              <a:gd name="connsiteX16" fmla="*/ 0 w 322650"/>
              <a:gd name="connsiteY16" fmla="*/ 278674 h 430184"/>
              <a:gd name="connsiteX17" fmla="*/ 8709 w 322650"/>
              <a:gd name="connsiteY17" fmla="*/ 322217 h 430184"/>
              <a:gd name="connsiteX18" fmla="*/ 34835 w 322650"/>
              <a:gd name="connsiteY18" fmla="*/ 330925 h 430184"/>
              <a:gd name="connsiteX19" fmla="*/ 52252 w 322650"/>
              <a:gd name="connsiteY19" fmla="*/ 348343 h 43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2650" h="430184">
                <a:moveTo>
                  <a:pt x="52252" y="348343"/>
                </a:moveTo>
                <a:cubicBezTo>
                  <a:pt x="56606" y="358503"/>
                  <a:pt x="53772" y="378946"/>
                  <a:pt x="60960" y="391885"/>
                </a:cubicBezTo>
                <a:cubicBezTo>
                  <a:pt x="95216" y="453545"/>
                  <a:pt x="133277" y="423596"/>
                  <a:pt x="200298" y="418011"/>
                </a:cubicBezTo>
                <a:cubicBezTo>
                  <a:pt x="209006" y="415108"/>
                  <a:pt x="217986" y="412919"/>
                  <a:pt x="226423" y="409303"/>
                </a:cubicBezTo>
                <a:cubicBezTo>
                  <a:pt x="238356" y="404189"/>
                  <a:pt x="248823" y="395615"/>
                  <a:pt x="261258" y="391885"/>
                </a:cubicBezTo>
                <a:cubicBezTo>
                  <a:pt x="278171" y="386811"/>
                  <a:pt x="296092" y="386080"/>
                  <a:pt x="313509" y="383177"/>
                </a:cubicBezTo>
                <a:cubicBezTo>
                  <a:pt x="328474" y="323321"/>
                  <a:pt x="322570" y="364749"/>
                  <a:pt x="313509" y="278674"/>
                </a:cubicBezTo>
                <a:cubicBezTo>
                  <a:pt x="310152" y="246787"/>
                  <a:pt x="308341" y="214747"/>
                  <a:pt x="304800" y="182880"/>
                </a:cubicBezTo>
                <a:cubicBezTo>
                  <a:pt x="304652" y="181549"/>
                  <a:pt x="292436" y="88482"/>
                  <a:pt x="287383" y="78377"/>
                </a:cubicBezTo>
                <a:cubicBezTo>
                  <a:pt x="279070" y="61752"/>
                  <a:pt x="267419" y="45986"/>
                  <a:pt x="252549" y="34834"/>
                </a:cubicBezTo>
                <a:cubicBezTo>
                  <a:pt x="231778" y="19256"/>
                  <a:pt x="182880" y="0"/>
                  <a:pt x="182880" y="0"/>
                </a:cubicBezTo>
                <a:cubicBezTo>
                  <a:pt x="148046" y="2903"/>
                  <a:pt x="111742" y="-1718"/>
                  <a:pt x="78378" y="8708"/>
                </a:cubicBezTo>
                <a:cubicBezTo>
                  <a:pt x="62704" y="13606"/>
                  <a:pt x="43543" y="43543"/>
                  <a:pt x="43543" y="43543"/>
                </a:cubicBezTo>
                <a:cubicBezTo>
                  <a:pt x="27422" y="108030"/>
                  <a:pt x="39716" y="52915"/>
                  <a:pt x="26126" y="148045"/>
                </a:cubicBezTo>
                <a:cubicBezTo>
                  <a:pt x="23629" y="165525"/>
                  <a:pt x="20881" y="182982"/>
                  <a:pt x="17418" y="200297"/>
                </a:cubicBezTo>
                <a:cubicBezTo>
                  <a:pt x="15071" y="212033"/>
                  <a:pt x="11306" y="223447"/>
                  <a:pt x="8709" y="235131"/>
                </a:cubicBezTo>
                <a:cubicBezTo>
                  <a:pt x="5498" y="249580"/>
                  <a:pt x="2903" y="264160"/>
                  <a:pt x="0" y="278674"/>
                </a:cubicBezTo>
                <a:cubicBezTo>
                  <a:pt x="2903" y="293188"/>
                  <a:pt x="498" y="309901"/>
                  <a:pt x="8709" y="322217"/>
                </a:cubicBezTo>
                <a:cubicBezTo>
                  <a:pt x="13801" y="329855"/>
                  <a:pt x="26312" y="327516"/>
                  <a:pt x="34835" y="330925"/>
                </a:cubicBezTo>
                <a:cubicBezTo>
                  <a:pt x="40862" y="333336"/>
                  <a:pt x="47898" y="338183"/>
                  <a:pt x="52252" y="348343"/>
                </a:cubicBezTo>
                <a:close/>
              </a:path>
            </a:pathLst>
          </a:custGeom>
          <a:solidFill>
            <a:srgbClr val="FABED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Shape 158">
            <a:extLst>
              <a:ext uri="{FF2B5EF4-FFF2-40B4-BE49-F238E27FC236}">
                <a16:creationId xmlns:a16="http://schemas.microsoft.com/office/drawing/2014/main" id="{1CDBA55A-3282-A414-109D-FDE155048B61}"/>
              </a:ext>
            </a:extLst>
          </p:cNvPr>
          <p:cNvSpPr/>
          <p:nvPr/>
        </p:nvSpPr>
        <p:spPr>
          <a:xfrm>
            <a:off x="6227409" y="5146257"/>
            <a:ext cx="407935" cy="648847"/>
          </a:xfrm>
          <a:custGeom>
            <a:avLst/>
            <a:gdLst>
              <a:gd name="connsiteX0" fmla="*/ 0 w 348343"/>
              <a:gd name="connsiteY0" fmla="*/ 495859 h 565734"/>
              <a:gd name="connsiteX1" fmla="*/ 8709 w 348343"/>
              <a:gd name="connsiteY1" fmla="*/ 556819 h 565734"/>
              <a:gd name="connsiteX2" fmla="*/ 43543 w 348343"/>
              <a:gd name="connsiteY2" fmla="*/ 565528 h 565734"/>
              <a:gd name="connsiteX3" fmla="*/ 322217 w 348343"/>
              <a:gd name="connsiteY3" fmla="*/ 548111 h 565734"/>
              <a:gd name="connsiteX4" fmla="*/ 339634 w 348343"/>
              <a:gd name="connsiteY4" fmla="*/ 530693 h 565734"/>
              <a:gd name="connsiteX5" fmla="*/ 348343 w 348343"/>
              <a:gd name="connsiteY5" fmla="*/ 495859 h 565734"/>
              <a:gd name="connsiteX6" fmla="*/ 339634 w 348343"/>
              <a:gd name="connsiteY6" fmla="*/ 295562 h 565734"/>
              <a:gd name="connsiteX7" fmla="*/ 287383 w 348343"/>
              <a:gd name="connsiteY7" fmla="*/ 208476 h 565734"/>
              <a:gd name="connsiteX8" fmla="*/ 243840 w 348343"/>
              <a:gd name="connsiteY8" fmla="*/ 164933 h 565734"/>
              <a:gd name="connsiteX9" fmla="*/ 217714 w 348343"/>
              <a:gd name="connsiteY9" fmla="*/ 112682 h 565734"/>
              <a:gd name="connsiteX10" fmla="*/ 182880 w 348343"/>
              <a:gd name="connsiteY10" fmla="*/ 51722 h 565734"/>
              <a:gd name="connsiteX11" fmla="*/ 174171 w 348343"/>
              <a:gd name="connsiteY11" fmla="*/ 8179 h 565734"/>
              <a:gd name="connsiteX12" fmla="*/ 52251 w 348343"/>
              <a:gd name="connsiteY12" fmla="*/ 34305 h 565734"/>
              <a:gd name="connsiteX13" fmla="*/ 43543 w 348343"/>
              <a:gd name="connsiteY13" fmla="*/ 138808 h 565734"/>
              <a:gd name="connsiteX14" fmla="*/ 60960 w 348343"/>
              <a:gd name="connsiteY14" fmla="*/ 234602 h 565734"/>
              <a:gd name="connsiteX15" fmla="*/ 69669 w 348343"/>
              <a:gd name="connsiteY15" fmla="*/ 286853 h 565734"/>
              <a:gd name="connsiteX16" fmla="*/ 87086 w 348343"/>
              <a:gd name="connsiteY16" fmla="*/ 330396 h 565734"/>
              <a:gd name="connsiteX17" fmla="*/ 78377 w 348343"/>
              <a:gd name="connsiteY17" fmla="*/ 365231 h 565734"/>
              <a:gd name="connsiteX18" fmla="*/ 34834 w 348343"/>
              <a:gd name="connsiteY18" fmla="*/ 426191 h 565734"/>
              <a:gd name="connsiteX19" fmla="*/ 0 w 348343"/>
              <a:gd name="connsiteY19" fmla="*/ 495859 h 56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8343" h="565734">
                <a:moveTo>
                  <a:pt x="0" y="495859"/>
                </a:moveTo>
                <a:cubicBezTo>
                  <a:pt x="2903" y="516179"/>
                  <a:pt x="-2170" y="539413"/>
                  <a:pt x="8709" y="556819"/>
                </a:cubicBezTo>
                <a:cubicBezTo>
                  <a:pt x="15052" y="566968"/>
                  <a:pt x="31579" y="565860"/>
                  <a:pt x="43543" y="565528"/>
                </a:cubicBezTo>
                <a:cubicBezTo>
                  <a:pt x="136580" y="562944"/>
                  <a:pt x="229326" y="553917"/>
                  <a:pt x="322217" y="548111"/>
                </a:cubicBezTo>
                <a:cubicBezTo>
                  <a:pt x="328023" y="542305"/>
                  <a:pt x="335962" y="538037"/>
                  <a:pt x="339634" y="530693"/>
                </a:cubicBezTo>
                <a:cubicBezTo>
                  <a:pt x="344987" y="519988"/>
                  <a:pt x="348343" y="507828"/>
                  <a:pt x="348343" y="495859"/>
                </a:cubicBezTo>
                <a:cubicBezTo>
                  <a:pt x="348343" y="429030"/>
                  <a:pt x="346754" y="362010"/>
                  <a:pt x="339634" y="295562"/>
                </a:cubicBezTo>
                <a:cubicBezTo>
                  <a:pt x="336159" y="263133"/>
                  <a:pt x="307197" y="230491"/>
                  <a:pt x="287383" y="208476"/>
                </a:cubicBezTo>
                <a:cubicBezTo>
                  <a:pt x="273652" y="193219"/>
                  <a:pt x="255226" y="182012"/>
                  <a:pt x="243840" y="164933"/>
                </a:cubicBezTo>
                <a:cubicBezTo>
                  <a:pt x="193930" y="90069"/>
                  <a:pt x="253766" y="184787"/>
                  <a:pt x="217714" y="112682"/>
                </a:cubicBezTo>
                <a:cubicBezTo>
                  <a:pt x="207248" y="91749"/>
                  <a:pt x="194491" y="72042"/>
                  <a:pt x="182880" y="51722"/>
                </a:cubicBezTo>
                <a:cubicBezTo>
                  <a:pt x="179977" y="37208"/>
                  <a:pt x="188213" y="12860"/>
                  <a:pt x="174171" y="8179"/>
                </a:cubicBezTo>
                <a:cubicBezTo>
                  <a:pt x="113016" y="-12206"/>
                  <a:pt x="90345" y="8909"/>
                  <a:pt x="52251" y="34305"/>
                </a:cubicBezTo>
                <a:cubicBezTo>
                  <a:pt x="20666" y="81683"/>
                  <a:pt x="32640" y="51585"/>
                  <a:pt x="43543" y="138808"/>
                </a:cubicBezTo>
                <a:cubicBezTo>
                  <a:pt x="58302" y="256880"/>
                  <a:pt x="44731" y="153462"/>
                  <a:pt x="60960" y="234602"/>
                </a:cubicBezTo>
                <a:cubicBezTo>
                  <a:pt x="64423" y="251916"/>
                  <a:pt x="65023" y="269818"/>
                  <a:pt x="69669" y="286853"/>
                </a:cubicBezTo>
                <a:cubicBezTo>
                  <a:pt x="73782" y="301935"/>
                  <a:pt x="81280" y="315882"/>
                  <a:pt x="87086" y="330396"/>
                </a:cubicBezTo>
                <a:cubicBezTo>
                  <a:pt x="84183" y="342008"/>
                  <a:pt x="83092" y="354230"/>
                  <a:pt x="78377" y="365231"/>
                </a:cubicBezTo>
                <a:cubicBezTo>
                  <a:pt x="74133" y="375133"/>
                  <a:pt x="37805" y="422229"/>
                  <a:pt x="34834" y="426191"/>
                </a:cubicBezTo>
                <a:lnTo>
                  <a:pt x="0" y="495859"/>
                </a:lnTo>
                <a:close/>
              </a:path>
            </a:pathLst>
          </a:custGeom>
          <a:solidFill>
            <a:srgbClr val="F0CD64">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Freeform: Shape 159">
            <a:extLst>
              <a:ext uri="{FF2B5EF4-FFF2-40B4-BE49-F238E27FC236}">
                <a16:creationId xmlns:a16="http://schemas.microsoft.com/office/drawing/2014/main" id="{444FCA5C-810A-FB72-4281-76D7C98F5C91}"/>
              </a:ext>
            </a:extLst>
          </p:cNvPr>
          <p:cNvSpPr/>
          <p:nvPr/>
        </p:nvSpPr>
        <p:spPr>
          <a:xfrm>
            <a:off x="6374087" y="5773837"/>
            <a:ext cx="284715" cy="568304"/>
          </a:xfrm>
          <a:custGeom>
            <a:avLst/>
            <a:gdLst>
              <a:gd name="connsiteX0" fmla="*/ 8708 w 284715"/>
              <a:gd name="connsiteY0" fmla="*/ 6071 h 511562"/>
              <a:gd name="connsiteX1" fmla="*/ 52251 w 284715"/>
              <a:gd name="connsiteY1" fmla="*/ 14779 h 511562"/>
              <a:gd name="connsiteX2" fmla="*/ 87085 w 284715"/>
              <a:gd name="connsiteY2" fmla="*/ 58322 h 511562"/>
              <a:gd name="connsiteX3" fmla="*/ 121920 w 284715"/>
              <a:gd name="connsiteY3" fmla="*/ 127991 h 511562"/>
              <a:gd name="connsiteX4" fmla="*/ 165463 w 284715"/>
              <a:gd name="connsiteY4" fmla="*/ 197659 h 511562"/>
              <a:gd name="connsiteX5" fmla="*/ 182880 w 284715"/>
              <a:gd name="connsiteY5" fmla="*/ 249911 h 511562"/>
              <a:gd name="connsiteX6" fmla="*/ 226423 w 284715"/>
              <a:gd name="connsiteY6" fmla="*/ 293454 h 511562"/>
              <a:gd name="connsiteX7" fmla="*/ 269965 w 284715"/>
              <a:gd name="connsiteY7" fmla="*/ 363122 h 511562"/>
              <a:gd name="connsiteX8" fmla="*/ 269965 w 284715"/>
              <a:gd name="connsiteY8" fmla="*/ 502459 h 511562"/>
              <a:gd name="connsiteX9" fmla="*/ 217714 w 284715"/>
              <a:gd name="connsiteY9" fmla="*/ 511168 h 511562"/>
              <a:gd name="connsiteX10" fmla="*/ 113211 w 284715"/>
              <a:gd name="connsiteY10" fmla="*/ 485042 h 511562"/>
              <a:gd name="connsiteX11" fmla="*/ 104503 w 284715"/>
              <a:gd name="connsiteY11" fmla="*/ 458916 h 511562"/>
              <a:gd name="connsiteX12" fmla="*/ 87085 w 284715"/>
              <a:gd name="connsiteY12" fmla="*/ 380539 h 511562"/>
              <a:gd name="connsiteX13" fmla="*/ 43543 w 284715"/>
              <a:gd name="connsiteY13" fmla="*/ 302162 h 511562"/>
              <a:gd name="connsiteX14" fmla="*/ 34834 w 284715"/>
              <a:gd name="connsiteY14" fmla="*/ 267328 h 511562"/>
              <a:gd name="connsiteX15" fmla="*/ 26125 w 284715"/>
              <a:gd name="connsiteY15" fmla="*/ 223785 h 511562"/>
              <a:gd name="connsiteX16" fmla="*/ 17417 w 284715"/>
              <a:gd name="connsiteY16" fmla="*/ 154116 h 511562"/>
              <a:gd name="connsiteX17" fmla="*/ 0 w 284715"/>
              <a:gd name="connsiteY17" fmla="*/ 101865 h 511562"/>
              <a:gd name="connsiteX18" fmla="*/ 8708 w 284715"/>
              <a:gd name="connsiteY18" fmla="*/ 6071 h 51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715" h="511562">
                <a:moveTo>
                  <a:pt x="8708" y="6071"/>
                </a:moveTo>
                <a:cubicBezTo>
                  <a:pt x="17416" y="-8443"/>
                  <a:pt x="39935" y="6569"/>
                  <a:pt x="52251" y="14779"/>
                </a:cubicBezTo>
                <a:cubicBezTo>
                  <a:pt x="67717" y="25089"/>
                  <a:pt x="77343" y="42492"/>
                  <a:pt x="87085" y="58322"/>
                </a:cubicBezTo>
                <a:cubicBezTo>
                  <a:pt x="100693" y="80435"/>
                  <a:pt x="106342" y="107220"/>
                  <a:pt x="121920" y="127991"/>
                </a:cubicBezTo>
                <a:cubicBezTo>
                  <a:pt x="144376" y="157933"/>
                  <a:pt x="151803" y="163509"/>
                  <a:pt x="165463" y="197659"/>
                </a:cubicBezTo>
                <a:cubicBezTo>
                  <a:pt x="172282" y="214705"/>
                  <a:pt x="173023" y="234422"/>
                  <a:pt x="182880" y="249911"/>
                </a:cubicBezTo>
                <a:cubicBezTo>
                  <a:pt x="193900" y="267228"/>
                  <a:pt x="212906" y="278006"/>
                  <a:pt x="226423" y="293454"/>
                </a:cubicBezTo>
                <a:cubicBezTo>
                  <a:pt x="234955" y="303205"/>
                  <a:pt x="268009" y="359861"/>
                  <a:pt x="269965" y="363122"/>
                </a:cubicBezTo>
                <a:cubicBezTo>
                  <a:pt x="281399" y="408856"/>
                  <a:pt x="296470" y="453234"/>
                  <a:pt x="269965" y="502459"/>
                </a:cubicBezTo>
                <a:cubicBezTo>
                  <a:pt x="261594" y="518006"/>
                  <a:pt x="235131" y="508265"/>
                  <a:pt x="217714" y="511168"/>
                </a:cubicBezTo>
                <a:cubicBezTo>
                  <a:pt x="182880" y="502459"/>
                  <a:pt x="145812" y="500089"/>
                  <a:pt x="113211" y="485042"/>
                </a:cubicBezTo>
                <a:cubicBezTo>
                  <a:pt x="104876" y="481195"/>
                  <a:pt x="106729" y="467822"/>
                  <a:pt x="104503" y="458916"/>
                </a:cubicBezTo>
                <a:cubicBezTo>
                  <a:pt x="102339" y="450260"/>
                  <a:pt x="92193" y="392033"/>
                  <a:pt x="87085" y="380539"/>
                </a:cubicBezTo>
                <a:cubicBezTo>
                  <a:pt x="60480" y="320676"/>
                  <a:pt x="63776" y="356115"/>
                  <a:pt x="43543" y="302162"/>
                </a:cubicBezTo>
                <a:cubicBezTo>
                  <a:pt x="39340" y="290955"/>
                  <a:pt x="37431" y="279012"/>
                  <a:pt x="34834" y="267328"/>
                </a:cubicBezTo>
                <a:cubicBezTo>
                  <a:pt x="31623" y="252879"/>
                  <a:pt x="28376" y="238415"/>
                  <a:pt x="26125" y="223785"/>
                </a:cubicBezTo>
                <a:cubicBezTo>
                  <a:pt x="22566" y="200653"/>
                  <a:pt x="22321" y="177000"/>
                  <a:pt x="17417" y="154116"/>
                </a:cubicBezTo>
                <a:cubicBezTo>
                  <a:pt x="13570" y="136164"/>
                  <a:pt x="5806" y="119282"/>
                  <a:pt x="0" y="101865"/>
                </a:cubicBezTo>
                <a:cubicBezTo>
                  <a:pt x="9029" y="20603"/>
                  <a:pt x="0" y="20585"/>
                  <a:pt x="8708" y="6071"/>
                </a:cubicBezTo>
                <a:close/>
              </a:path>
            </a:pathLst>
          </a:custGeom>
          <a:solidFill>
            <a:srgbClr val="E1555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Freeform: Shape 160">
            <a:extLst>
              <a:ext uri="{FF2B5EF4-FFF2-40B4-BE49-F238E27FC236}">
                <a16:creationId xmlns:a16="http://schemas.microsoft.com/office/drawing/2014/main" id="{701C90FD-A8A6-2950-4EFC-518234E0457E}"/>
              </a:ext>
            </a:extLst>
          </p:cNvPr>
          <p:cNvSpPr/>
          <p:nvPr/>
        </p:nvSpPr>
        <p:spPr>
          <a:xfrm>
            <a:off x="6469427" y="5736365"/>
            <a:ext cx="328059" cy="280483"/>
          </a:xfrm>
          <a:custGeom>
            <a:avLst/>
            <a:gdLst>
              <a:gd name="connsiteX0" fmla="*/ 87540 w 328059"/>
              <a:gd name="connsiteY0" fmla="*/ 278674 h 280483"/>
              <a:gd name="connsiteX1" fmla="*/ 296545 w 328059"/>
              <a:gd name="connsiteY1" fmla="*/ 252548 h 280483"/>
              <a:gd name="connsiteX2" fmla="*/ 322671 w 328059"/>
              <a:gd name="connsiteY2" fmla="*/ 217714 h 280483"/>
              <a:gd name="connsiteX3" fmla="*/ 261711 w 328059"/>
              <a:gd name="connsiteY3" fmla="*/ 8708 h 280483"/>
              <a:gd name="connsiteX4" fmla="*/ 235585 w 328059"/>
              <a:gd name="connsiteY4" fmla="*/ 0 h 280483"/>
              <a:gd name="connsiteX5" fmla="*/ 96248 w 328059"/>
              <a:gd name="connsiteY5" fmla="*/ 8708 h 280483"/>
              <a:gd name="connsiteX6" fmla="*/ 78831 w 328059"/>
              <a:gd name="connsiteY6" fmla="*/ 26126 h 280483"/>
              <a:gd name="connsiteX7" fmla="*/ 43997 w 328059"/>
              <a:gd name="connsiteY7" fmla="*/ 34834 h 280483"/>
              <a:gd name="connsiteX8" fmla="*/ 17871 w 328059"/>
              <a:gd name="connsiteY8" fmla="*/ 43543 h 280483"/>
              <a:gd name="connsiteX9" fmla="*/ 454 w 328059"/>
              <a:gd name="connsiteY9" fmla="*/ 69668 h 280483"/>
              <a:gd name="connsiteX10" fmla="*/ 9163 w 328059"/>
              <a:gd name="connsiteY10" fmla="*/ 156754 h 280483"/>
              <a:gd name="connsiteX11" fmla="*/ 17871 w 328059"/>
              <a:gd name="connsiteY11" fmla="*/ 182880 h 280483"/>
              <a:gd name="connsiteX12" fmla="*/ 43997 w 328059"/>
              <a:gd name="connsiteY12" fmla="*/ 209006 h 280483"/>
              <a:gd name="connsiteX13" fmla="*/ 87540 w 328059"/>
              <a:gd name="connsiteY13" fmla="*/ 278674 h 28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8059" h="280483">
                <a:moveTo>
                  <a:pt x="87540" y="278674"/>
                </a:moveTo>
                <a:cubicBezTo>
                  <a:pt x="129631" y="285931"/>
                  <a:pt x="228581" y="270168"/>
                  <a:pt x="296545" y="252548"/>
                </a:cubicBezTo>
                <a:cubicBezTo>
                  <a:pt x="310595" y="248905"/>
                  <a:pt x="321295" y="232163"/>
                  <a:pt x="322671" y="217714"/>
                </a:cubicBezTo>
                <a:cubicBezTo>
                  <a:pt x="333411" y="104951"/>
                  <a:pt x="334755" y="73634"/>
                  <a:pt x="261711" y="8708"/>
                </a:cubicBezTo>
                <a:cubicBezTo>
                  <a:pt x="254850" y="2609"/>
                  <a:pt x="244294" y="2903"/>
                  <a:pt x="235585" y="0"/>
                </a:cubicBezTo>
                <a:cubicBezTo>
                  <a:pt x="189139" y="2903"/>
                  <a:pt x="142151" y="1057"/>
                  <a:pt x="96248" y="8708"/>
                </a:cubicBezTo>
                <a:cubicBezTo>
                  <a:pt x="88149" y="10058"/>
                  <a:pt x="86175" y="22454"/>
                  <a:pt x="78831" y="26126"/>
                </a:cubicBezTo>
                <a:cubicBezTo>
                  <a:pt x="68126" y="31479"/>
                  <a:pt x="55505" y="31546"/>
                  <a:pt x="43997" y="34834"/>
                </a:cubicBezTo>
                <a:cubicBezTo>
                  <a:pt x="35170" y="37356"/>
                  <a:pt x="26580" y="40640"/>
                  <a:pt x="17871" y="43543"/>
                </a:cubicBezTo>
                <a:cubicBezTo>
                  <a:pt x="12065" y="52251"/>
                  <a:pt x="1257" y="59233"/>
                  <a:pt x="454" y="69668"/>
                </a:cubicBezTo>
                <a:cubicBezTo>
                  <a:pt x="-1783" y="98756"/>
                  <a:pt x="4727" y="127920"/>
                  <a:pt x="9163" y="156754"/>
                </a:cubicBezTo>
                <a:cubicBezTo>
                  <a:pt x="10559" y="165827"/>
                  <a:pt x="12779" y="175242"/>
                  <a:pt x="17871" y="182880"/>
                </a:cubicBezTo>
                <a:cubicBezTo>
                  <a:pt x="24703" y="193128"/>
                  <a:pt x="36839" y="198984"/>
                  <a:pt x="43997" y="209006"/>
                </a:cubicBezTo>
                <a:cubicBezTo>
                  <a:pt x="65309" y="238842"/>
                  <a:pt x="45449" y="271417"/>
                  <a:pt x="87540" y="278674"/>
                </a:cubicBezTo>
                <a:close/>
              </a:path>
            </a:pathLst>
          </a:custGeom>
          <a:solidFill>
            <a:srgbClr val="D37295">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Freeform: Shape 161">
            <a:extLst>
              <a:ext uri="{FF2B5EF4-FFF2-40B4-BE49-F238E27FC236}">
                <a16:creationId xmlns:a16="http://schemas.microsoft.com/office/drawing/2014/main" id="{B89F0D42-D2E3-4316-02CF-184C2E361BBC}"/>
              </a:ext>
            </a:extLst>
          </p:cNvPr>
          <p:cNvSpPr/>
          <p:nvPr/>
        </p:nvSpPr>
        <p:spPr>
          <a:xfrm>
            <a:off x="6652761" y="5503661"/>
            <a:ext cx="222602" cy="261339"/>
          </a:xfrm>
          <a:custGeom>
            <a:avLst/>
            <a:gdLst>
              <a:gd name="connsiteX0" fmla="*/ 139337 w 222602"/>
              <a:gd name="connsiteY0" fmla="*/ 261257 h 261339"/>
              <a:gd name="connsiteX1" fmla="*/ 191589 w 222602"/>
              <a:gd name="connsiteY1" fmla="*/ 235131 h 261339"/>
              <a:gd name="connsiteX2" fmla="*/ 217714 w 222602"/>
              <a:gd name="connsiteY2" fmla="*/ 217714 h 261339"/>
              <a:gd name="connsiteX3" fmla="*/ 165463 w 222602"/>
              <a:gd name="connsiteY3" fmla="*/ 130628 h 261339"/>
              <a:gd name="connsiteX4" fmla="*/ 139337 w 222602"/>
              <a:gd name="connsiteY4" fmla="*/ 121920 h 261339"/>
              <a:gd name="connsiteX5" fmla="*/ 113211 w 222602"/>
              <a:gd name="connsiteY5" fmla="*/ 104502 h 261339"/>
              <a:gd name="connsiteX6" fmla="*/ 121920 w 222602"/>
              <a:gd name="connsiteY6" fmla="*/ 52251 h 261339"/>
              <a:gd name="connsiteX7" fmla="*/ 113211 w 222602"/>
              <a:gd name="connsiteY7" fmla="*/ 0 h 261339"/>
              <a:gd name="connsiteX8" fmla="*/ 60960 w 222602"/>
              <a:gd name="connsiteY8" fmla="*/ 17417 h 261339"/>
              <a:gd name="connsiteX9" fmla="*/ 17417 w 222602"/>
              <a:gd name="connsiteY9" fmla="*/ 156754 h 261339"/>
              <a:gd name="connsiteX10" fmla="*/ 0 w 222602"/>
              <a:gd name="connsiteY10" fmla="*/ 191588 h 261339"/>
              <a:gd name="connsiteX11" fmla="*/ 60960 w 222602"/>
              <a:gd name="connsiteY11" fmla="*/ 226422 h 261339"/>
              <a:gd name="connsiteX12" fmla="*/ 139337 w 222602"/>
              <a:gd name="connsiteY12" fmla="*/ 261257 h 26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2602" h="261339">
                <a:moveTo>
                  <a:pt x="139337" y="261257"/>
                </a:moveTo>
                <a:cubicBezTo>
                  <a:pt x="161108" y="262708"/>
                  <a:pt x="174566" y="244588"/>
                  <a:pt x="191589" y="235131"/>
                </a:cubicBezTo>
                <a:cubicBezTo>
                  <a:pt x="200738" y="230048"/>
                  <a:pt x="215661" y="227977"/>
                  <a:pt x="217714" y="217714"/>
                </a:cubicBezTo>
                <a:cubicBezTo>
                  <a:pt x="232364" y="144463"/>
                  <a:pt x="213839" y="148768"/>
                  <a:pt x="165463" y="130628"/>
                </a:cubicBezTo>
                <a:cubicBezTo>
                  <a:pt x="156868" y="127405"/>
                  <a:pt x="148046" y="124823"/>
                  <a:pt x="139337" y="121920"/>
                </a:cubicBezTo>
                <a:cubicBezTo>
                  <a:pt x="130628" y="116114"/>
                  <a:pt x="115749" y="114656"/>
                  <a:pt x="113211" y="104502"/>
                </a:cubicBezTo>
                <a:cubicBezTo>
                  <a:pt x="108929" y="87372"/>
                  <a:pt x="121920" y="69908"/>
                  <a:pt x="121920" y="52251"/>
                </a:cubicBezTo>
                <a:cubicBezTo>
                  <a:pt x="121920" y="34594"/>
                  <a:pt x="116114" y="17417"/>
                  <a:pt x="113211" y="0"/>
                </a:cubicBezTo>
                <a:cubicBezTo>
                  <a:pt x="95794" y="5806"/>
                  <a:pt x="77009" y="8501"/>
                  <a:pt x="60960" y="17417"/>
                </a:cubicBezTo>
                <a:cubicBezTo>
                  <a:pt x="10436" y="45485"/>
                  <a:pt x="28643" y="109044"/>
                  <a:pt x="17417" y="156754"/>
                </a:cubicBezTo>
                <a:cubicBezTo>
                  <a:pt x="14444" y="169391"/>
                  <a:pt x="5806" y="179977"/>
                  <a:pt x="0" y="191588"/>
                </a:cubicBezTo>
                <a:cubicBezTo>
                  <a:pt x="23553" y="226917"/>
                  <a:pt x="10088" y="220063"/>
                  <a:pt x="60960" y="226422"/>
                </a:cubicBezTo>
                <a:cubicBezTo>
                  <a:pt x="92775" y="230399"/>
                  <a:pt x="117566" y="259806"/>
                  <a:pt x="139337" y="261257"/>
                </a:cubicBezTo>
                <a:close/>
              </a:path>
            </a:pathLst>
          </a:custGeom>
          <a:solidFill>
            <a:srgbClr val="79706E">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Freeform: Shape 162">
            <a:extLst>
              <a:ext uri="{FF2B5EF4-FFF2-40B4-BE49-F238E27FC236}">
                <a16:creationId xmlns:a16="http://schemas.microsoft.com/office/drawing/2014/main" id="{A1D4EECC-5CF8-7732-B5AE-62CD646D2C86}"/>
              </a:ext>
            </a:extLst>
          </p:cNvPr>
          <p:cNvSpPr/>
          <p:nvPr/>
        </p:nvSpPr>
        <p:spPr>
          <a:xfrm>
            <a:off x="6700004" y="5310072"/>
            <a:ext cx="458335" cy="444244"/>
          </a:xfrm>
          <a:custGeom>
            <a:avLst/>
            <a:gdLst>
              <a:gd name="connsiteX0" fmla="*/ 100803 w 458335"/>
              <a:gd name="connsiteY0" fmla="*/ 444137 h 444244"/>
              <a:gd name="connsiteX1" fmla="*/ 231431 w 458335"/>
              <a:gd name="connsiteY1" fmla="*/ 418011 h 444244"/>
              <a:gd name="connsiteX2" fmla="*/ 257557 w 458335"/>
              <a:gd name="connsiteY2" fmla="*/ 391886 h 444244"/>
              <a:gd name="connsiteX3" fmla="*/ 283683 w 458335"/>
              <a:gd name="connsiteY3" fmla="*/ 383177 h 444244"/>
              <a:gd name="connsiteX4" fmla="*/ 318517 w 458335"/>
              <a:gd name="connsiteY4" fmla="*/ 296091 h 444244"/>
              <a:gd name="connsiteX5" fmla="*/ 344643 w 458335"/>
              <a:gd name="connsiteY5" fmla="*/ 226423 h 444244"/>
              <a:gd name="connsiteX6" fmla="*/ 414311 w 458335"/>
              <a:gd name="connsiteY6" fmla="*/ 191589 h 444244"/>
              <a:gd name="connsiteX7" fmla="*/ 440437 w 458335"/>
              <a:gd name="connsiteY7" fmla="*/ 174171 h 444244"/>
              <a:gd name="connsiteX8" fmla="*/ 457854 w 458335"/>
              <a:gd name="connsiteY8" fmla="*/ 148046 h 444244"/>
              <a:gd name="connsiteX9" fmla="*/ 423020 w 458335"/>
              <a:gd name="connsiteY9" fmla="*/ 43543 h 444244"/>
              <a:gd name="connsiteX10" fmla="*/ 405603 w 458335"/>
              <a:gd name="connsiteY10" fmla="*/ 17417 h 444244"/>
              <a:gd name="connsiteX11" fmla="*/ 370768 w 458335"/>
              <a:gd name="connsiteY11" fmla="*/ 0 h 444244"/>
              <a:gd name="connsiteX12" fmla="*/ 100803 w 458335"/>
              <a:gd name="connsiteY12" fmla="*/ 43543 h 444244"/>
              <a:gd name="connsiteX13" fmla="*/ 31134 w 458335"/>
              <a:gd name="connsiteY13" fmla="*/ 69669 h 444244"/>
              <a:gd name="connsiteX14" fmla="*/ 13717 w 458335"/>
              <a:gd name="connsiteY14" fmla="*/ 200297 h 444244"/>
              <a:gd name="connsiteX15" fmla="*/ 57260 w 458335"/>
              <a:gd name="connsiteY15" fmla="*/ 235131 h 444244"/>
              <a:gd name="connsiteX16" fmla="*/ 74677 w 458335"/>
              <a:gd name="connsiteY16" fmla="*/ 261257 h 444244"/>
              <a:gd name="connsiteX17" fmla="*/ 65968 w 458335"/>
              <a:gd name="connsiteY17" fmla="*/ 339634 h 444244"/>
              <a:gd name="connsiteX18" fmla="*/ 57260 w 458335"/>
              <a:gd name="connsiteY18" fmla="*/ 374469 h 444244"/>
              <a:gd name="connsiteX19" fmla="*/ 83386 w 458335"/>
              <a:gd name="connsiteY19" fmla="*/ 409303 h 444244"/>
              <a:gd name="connsiteX20" fmla="*/ 100803 w 458335"/>
              <a:gd name="connsiteY20" fmla="*/ 444137 h 444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8335" h="444244">
                <a:moveTo>
                  <a:pt x="100803" y="444137"/>
                </a:moveTo>
                <a:cubicBezTo>
                  <a:pt x="125477" y="445588"/>
                  <a:pt x="189305" y="432053"/>
                  <a:pt x="231431" y="418011"/>
                </a:cubicBezTo>
                <a:cubicBezTo>
                  <a:pt x="243115" y="414116"/>
                  <a:pt x="247310" y="398717"/>
                  <a:pt x="257557" y="391886"/>
                </a:cubicBezTo>
                <a:cubicBezTo>
                  <a:pt x="265195" y="386794"/>
                  <a:pt x="274974" y="386080"/>
                  <a:pt x="283683" y="383177"/>
                </a:cubicBezTo>
                <a:cubicBezTo>
                  <a:pt x="305507" y="339529"/>
                  <a:pt x="302374" y="349900"/>
                  <a:pt x="318517" y="296091"/>
                </a:cubicBezTo>
                <a:cubicBezTo>
                  <a:pt x="323550" y="279313"/>
                  <a:pt x="329276" y="238717"/>
                  <a:pt x="344643" y="226423"/>
                </a:cubicBezTo>
                <a:cubicBezTo>
                  <a:pt x="364917" y="210204"/>
                  <a:pt x="392708" y="205991"/>
                  <a:pt x="414311" y="191589"/>
                </a:cubicBezTo>
                <a:lnTo>
                  <a:pt x="440437" y="174171"/>
                </a:lnTo>
                <a:cubicBezTo>
                  <a:pt x="446243" y="165463"/>
                  <a:pt x="456698" y="158448"/>
                  <a:pt x="457854" y="148046"/>
                </a:cubicBezTo>
                <a:cubicBezTo>
                  <a:pt x="461915" y="111501"/>
                  <a:pt x="439431" y="73083"/>
                  <a:pt x="423020" y="43543"/>
                </a:cubicBezTo>
                <a:cubicBezTo>
                  <a:pt x="417937" y="34394"/>
                  <a:pt x="413644" y="24117"/>
                  <a:pt x="405603" y="17417"/>
                </a:cubicBezTo>
                <a:cubicBezTo>
                  <a:pt x="395630" y="9106"/>
                  <a:pt x="382380" y="5806"/>
                  <a:pt x="370768" y="0"/>
                </a:cubicBezTo>
                <a:cubicBezTo>
                  <a:pt x="364165" y="991"/>
                  <a:pt x="143976" y="32182"/>
                  <a:pt x="100803" y="43543"/>
                </a:cubicBezTo>
                <a:cubicBezTo>
                  <a:pt x="76817" y="49855"/>
                  <a:pt x="54357" y="60960"/>
                  <a:pt x="31134" y="69669"/>
                </a:cubicBezTo>
                <a:cubicBezTo>
                  <a:pt x="6445" y="119046"/>
                  <a:pt x="-14951" y="138183"/>
                  <a:pt x="13717" y="200297"/>
                </a:cubicBezTo>
                <a:cubicBezTo>
                  <a:pt x="21506" y="217173"/>
                  <a:pt x="44117" y="221988"/>
                  <a:pt x="57260" y="235131"/>
                </a:cubicBezTo>
                <a:cubicBezTo>
                  <a:pt x="64661" y="242532"/>
                  <a:pt x="68871" y="252548"/>
                  <a:pt x="74677" y="261257"/>
                </a:cubicBezTo>
                <a:cubicBezTo>
                  <a:pt x="71774" y="287383"/>
                  <a:pt x="69965" y="313653"/>
                  <a:pt x="65968" y="339634"/>
                </a:cubicBezTo>
                <a:cubicBezTo>
                  <a:pt x="64148" y="351464"/>
                  <a:pt x="54357" y="362857"/>
                  <a:pt x="57260" y="374469"/>
                </a:cubicBezTo>
                <a:cubicBezTo>
                  <a:pt x="60780" y="388550"/>
                  <a:pt x="73940" y="398283"/>
                  <a:pt x="83386" y="409303"/>
                </a:cubicBezTo>
                <a:cubicBezTo>
                  <a:pt x="91401" y="418654"/>
                  <a:pt x="76129" y="442686"/>
                  <a:pt x="100803" y="444137"/>
                </a:cubicBezTo>
                <a:close/>
              </a:path>
            </a:pathLst>
          </a:custGeom>
          <a:solidFill>
            <a:srgbClr val="86BCB6">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Freeform: Shape 163">
            <a:extLst>
              <a:ext uri="{FF2B5EF4-FFF2-40B4-BE49-F238E27FC236}">
                <a16:creationId xmlns:a16="http://schemas.microsoft.com/office/drawing/2014/main" id="{67DC4A15-7027-DEF6-772B-43C56B0C28A5}"/>
              </a:ext>
            </a:extLst>
          </p:cNvPr>
          <p:cNvSpPr/>
          <p:nvPr/>
        </p:nvSpPr>
        <p:spPr>
          <a:xfrm>
            <a:off x="6577091" y="5429138"/>
            <a:ext cx="188861" cy="269965"/>
          </a:xfrm>
          <a:custGeom>
            <a:avLst/>
            <a:gdLst>
              <a:gd name="connsiteX0" fmla="*/ 6001 w 188861"/>
              <a:gd name="connsiteY0" fmla="*/ 60960 h 269965"/>
              <a:gd name="connsiteX1" fmla="*/ 58253 w 188861"/>
              <a:gd name="connsiteY1" fmla="*/ 34834 h 269965"/>
              <a:gd name="connsiteX2" fmla="*/ 136630 w 188861"/>
              <a:gd name="connsiteY2" fmla="*/ 0 h 269965"/>
              <a:gd name="connsiteX3" fmla="*/ 180173 w 188861"/>
              <a:gd name="connsiteY3" fmla="*/ 8708 h 269965"/>
              <a:gd name="connsiteX4" fmla="*/ 136630 w 188861"/>
              <a:gd name="connsiteY4" fmla="*/ 130628 h 269965"/>
              <a:gd name="connsiteX5" fmla="*/ 110504 w 188861"/>
              <a:gd name="connsiteY5" fmla="*/ 200297 h 269965"/>
              <a:gd name="connsiteX6" fmla="*/ 75670 w 188861"/>
              <a:gd name="connsiteY6" fmla="*/ 243840 h 269965"/>
              <a:gd name="connsiteX7" fmla="*/ 58253 w 188861"/>
              <a:gd name="connsiteY7" fmla="*/ 269965 h 269965"/>
              <a:gd name="connsiteX8" fmla="*/ 14710 w 188861"/>
              <a:gd name="connsiteY8" fmla="*/ 130628 h 269965"/>
              <a:gd name="connsiteX9" fmla="*/ 6001 w 188861"/>
              <a:gd name="connsiteY9" fmla="*/ 60960 h 26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8861" h="269965">
                <a:moveTo>
                  <a:pt x="6001" y="60960"/>
                </a:moveTo>
                <a:cubicBezTo>
                  <a:pt x="13258" y="44994"/>
                  <a:pt x="40525" y="42892"/>
                  <a:pt x="58253" y="34834"/>
                </a:cubicBezTo>
                <a:cubicBezTo>
                  <a:pt x="180566" y="-20762"/>
                  <a:pt x="32410" y="52110"/>
                  <a:pt x="136630" y="0"/>
                </a:cubicBezTo>
                <a:cubicBezTo>
                  <a:pt x="151144" y="2903"/>
                  <a:pt x="175115" y="-5203"/>
                  <a:pt x="180173" y="8708"/>
                </a:cubicBezTo>
                <a:cubicBezTo>
                  <a:pt x="204995" y="76969"/>
                  <a:pt x="172299" y="94959"/>
                  <a:pt x="136630" y="130628"/>
                </a:cubicBezTo>
                <a:cubicBezTo>
                  <a:pt x="128971" y="161263"/>
                  <a:pt x="128720" y="172973"/>
                  <a:pt x="110504" y="200297"/>
                </a:cubicBezTo>
                <a:cubicBezTo>
                  <a:pt x="100194" y="215763"/>
                  <a:pt x="86822" y="228970"/>
                  <a:pt x="75670" y="243840"/>
                </a:cubicBezTo>
                <a:cubicBezTo>
                  <a:pt x="69390" y="252213"/>
                  <a:pt x="64059" y="261257"/>
                  <a:pt x="58253" y="269965"/>
                </a:cubicBezTo>
                <a:cubicBezTo>
                  <a:pt x="-22007" y="249901"/>
                  <a:pt x="35480" y="276015"/>
                  <a:pt x="14710" y="130628"/>
                </a:cubicBezTo>
                <a:cubicBezTo>
                  <a:pt x="-5461" y="-10567"/>
                  <a:pt x="-1256" y="76926"/>
                  <a:pt x="6001" y="60960"/>
                </a:cubicBezTo>
                <a:close/>
              </a:path>
            </a:pathLst>
          </a:custGeom>
          <a:solidFill>
            <a:srgbClr val="B9B0AC">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Shape 164">
            <a:extLst>
              <a:ext uri="{FF2B5EF4-FFF2-40B4-BE49-F238E27FC236}">
                <a16:creationId xmlns:a16="http://schemas.microsoft.com/office/drawing/2014/main" id="{EF28EFC9-DDCB-678F-B148-47140EB01CD9}"/>
              </a:ext>
            </a:extLst>
          </p:cNvPr>
          <p:cNvSpPr/>
          <p:nvPr/>
        </p:nvSpPr>
        <p:spPr>
          <a:xfrm>
            <a:off x="3591198" y="6350541"/>
            <a:ext cx="278904" cy="235131"/>
          </a:xfrm>
          <a:custGeom>
            <a:avLst/>
            <a:gdLst>
              <a:gd name="connsiteX0" fmla="*/ 165463 w 278904"/>
              <a:gd name="connsiteY0" fmla="*/ 235131 h 235131"/>
              <a:gd name="connsiteX1" fmla="*/ 269966 w 278904"/>
              <a:gd name="connsiteY1" fmla="*/ 226423 h 235131"/>
              <a:gd name="connsiteX2" fmla="*/ 278674 w 278904"/>
              <a:gd name="connsiteY2" fmla="*/ 191588 h 235131"/>
              <a:gd name="connsiteX3" fmla="*/ 269966 w 278904"/>
              <a:gd name="connsiteY3" fmla="*/ 113211 h 235131"/>
              <a:gd name="connsiteX4" fmla="*/ 217714 w 278904"/>
              <a:gd name="connsiteY4" fmla="*/ 60960 h 235131"/>
              <a:gd name="connsiteX5" fmla="*/ 104503 w 278904"/>
              <a:gd name="connsiteY5" fmla="*/ 0 h 235131"/>
              <a:gd name="connsiteX6" fmla="*/ 8709 w 278904"/>
              <a:gd name="connsiteY6" fmla="*/ 52251 h 235131"/>
              <a:gd name="connsiteX7" fmla="*/ 0 w 278904"/>
              <a:gd name="connsiteY7" fmla="*/ 78377 h 235131"/>
              <a:gd name="connsiteX8" fmla="*/ 69669 w 278904"/>
              <a:gd name="connsiteY8" fmla="*/ 156754 h 235131"/>
              <a:gd name="connsiteX9" fmla="*/ 95794 w 278904"/>
              <a:gd name="connsiteY9" fmla="*/ 182880 h 235131"/>
              <a:gd name="connsiteX10" fmla="*/ 148046 w 278904"/>
              <a:gd name="connsiteY10" fmla="*/ 217714 h 235131"/>
              <a:gd name="connsiteX11" fmla="*/ 165463 w 278904"/>
              <a:gd name="connsiteY11" fmla="*/ 235131 h 23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8904" h="235131">
                <a:moveTo>
                  <a:pt x="165463" y="235131"/>
                </a:moveTo>
                <a:cubicBezTo>
                  <a:pt x="200297" y="232228"/>
                  <a:pt x="237341" y="238971"/>
                  <a:pt x="269966" y="226423"/>
                </a:cubicBezTo>
                <a:cubicBezTo>
                  <a:pt x="281137" y="222126"/>
                  <a:pt x="278674" y="203557"/>
                  <a:pt x="278674" y="191588"/>
                </a:cubicBezTo>
                <a:cubicBezTo>
                  <a:pt x="278674" y="165302"/>
                  <a:pt x="281082" y="137031"/>
                  <a:pt x="269966" y="113211"/>
                </a:cubicBezTo>
                <a:cubicBezTo>
                  <a:pt x="259550" y="90890"/>
                  <a:pt x="236948" y="76347"/>
                  <a:pt x="217714" y="60960"/>
                </a:cubicBezTo>
                <a:cubicBezTo>
                  <a:pt x="150791" y="7422"/>
                  <a:pt x="161637" y="14283"/>
                  <a:pt x="104503" y="0"/>
                </a:cubicBezTo>
                <a:cubicBezTo>
                  <a:pt x="42004" y="20833"/>
                  <a:pt x="31594" y="6482"/>
                  <a:pt x="8709" y="52251"/>
                </a:cubicBezTo>
                <a:cubicBezTo>
                  <a:pt x="4604" y="60462"/>
                  <a:pt x="2903" y="69668"/>
                  <a:pt x="0" y="78377"/>
                </a:cubicBezTo>
                <a:cubicBezTo>
                  <a:pt x="55286" y="161305"/>
                  <a:pt x="9490" y="105171"/>
                  <a:pt x="69669" y="156754"/>
                </a:cubicBezTo>
                <a:cubicBezTo>
                  <a:pt x="79020" y="164769"/>
                  <a:pt x="86073" y="175319"/>
                  <a:pt x="95794" y="182880"/>
                </a:cubicBezTo>
                <a:cubicBezTo>
                  <a:pt x="112317" y="195732"/>
                  <a:pt x="129323" y="208353"/>
                  <a:pt x="148046" y="217714"/>
                </a:cubicBezTo>
                <a:lnTo>
                  <a:pt x="165463" y="235131"/>
                </a:lnTo>
                <a:close/>
              </a:path>
            </a:pathLst>
          </a:custGeom>
          <a:solidFill>
            <a:srgbClr val="B6992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Shape 165">
            <a:extLst>
              <a:ext uri="{FF2B5EF4-FFF2-40B4-BE49-F238E27FC236}">
                <a16:creationId xmlns:a16="http://schemas.microsoft.com/office/drawing/2014/main" id="{43BF3D5F-4B11-767E-4736-496E3D322642}"/>
              </a:ext>
            </a:extLst>
          </p:cNvPr>
          <p:cNvSpPr/>
          <p:nvPr/>
        </p:nvSpPr>
        <p:spPr>
          <a:xfrm>
            <a:off x="3291840" y="4210208"/>
            <a:ext cx="1432980" cy="804067"/>
          </a:xfrm>
          <a:custGeom>
            <a:avLst/>
            <a:gdLst>
              <a:gd name="connsiteX0" fmla="*/ 1431234 w 1432980"/>
              <a:gd name="connsiteY0" fmla="*/ 263378 h 804067"/>
              <a:gd name="connsiteX1" fmla="*/ 1423283 w 1432980"/>
              <a:gd name="connsiteY1" fmla="*/ 438307 h 804067"/>
              <a:gd name="connsiteX2" fmla="*/ 1383527 w 1432980"/>
              <a:gd name="connsiteY2" fmla="*/ 597333 h 804067"/>
              <a:gd name="connsiteX3" fmla="*/ 1335819 w 1432980"/>
              <a:gd name="connsiteY3" fmla="*/ 692749 h 804067"/>
              <a:gd name="connsiteX4" fmla="*/ 1264257 w 1432980"/>
              <a:gd name="connsiteY4" fmla="*/ 756359 h 804067"/>
              <a:gd name="connsiteX5" fmla="*/ 1240403 w 1432980"/>
              <a:gd name="connsiteY5" fmla="*/ 764311 h 804067"/>
              <a:gd name="connsiteX6" fmla="*/ 1200647 w 1432980"/>
              <a:gd name="connsiteY6" fmla="*/ 788164 h 804067"/>
              <a:gd name="connsiteX7" fmla="*/ 1152939 w 1432980"/>
              <a:gd name="connsiteY7" fmla="*/ 804067 h 804067"/>
              <a:gd name="connsiteX8" fmla="*/ 1089328 w 1432980"/>
              <a:gd name="connsiteY8" fmla="*/ 796116 h 804067"/>
              <a:gd name="connsiteX9" fmla="*/ 1049572 w 1432980"/>
              <a:gd name="connsiteY9" fmla="*/ 748408 h 804067"/>
              <a:gd name="connsiteX10" fmla="*/ 1001864 w 1432980"/>
              <a:gd name="connsiteY10" fmla="*/ 668895 h 804067"/>
              <a:gd name="connsiteX11" fmla="*/ 978010 w 1432980"/>
              <a:gd name="connsiteY11" fmla="*/ 645041 h 804067"/>
              <a:gd name="connsiteX12" fmla="*/ 922351 w 1432980"/>
              <a:gd name="connsiteY12" fmla="*/ 613236 h 804067"/>
              <a:gd name="connsiteX13" fmla="*/ 866692 w 1432980"/>
              <a:gd name="connsiteY13" fmla="*/ 589382 h 804067"/>
              <a:gd name="connsiteX14" fmla="*/ 787179 w 1432980"/>
              <a:gd name="connsiteY14" fmla="*/ 557577 h 804067"/>
              <a:gd name="connsiteX15" fmla="*/ 747422 w 1432980"/>
              <a:gd name="connsiteY15" fmla="*/ 541674 h 804067"/>
              <a:gd name="connsiteX16" fmla="*/ 644055 w 1432980"/>
              <a:gd name="connsiteY16" fmla="*/ 517820 h 804067"/>
              <a:gd name="connsiteX17" fmla="*/ 556591 w 1432980"/>
              <a:gd name="connsiteY17" fmla="*/ 486015 h 804067"/>
              <a:gd name="connsiteX18" fmla="*/ 477078 w 1432980"/>
              <a:gd name="connsiteY18" fmla="*/ 478064 h 804067"/>
              <a:gd name="connsiteX19" fmla="*/ 397565 w 1432980"/>
              <a:gd name="connsiteY19" fmla="*/ 454210 h 804067"/>
              <a:gd name="connsiteX20" fmla="*/ 349857 w 1432980"/>
              <a:gd name="connsiteY20" fmla="*/ 438307 h 804067"/>
              <a:gd name="connsiteX21" fmla="*/ 278295 w 1432980"/>
              <a:gd name="connsiteY21" fmla="*/ 430356 h 804067"/>
              <a:gd name="connsiteX22" fmla="*/ 166977 w 1432980"/>
              <a:gd name="connsiteY22" fmla="*/ 398551 h 804067"/>
              <a:gd name="connsiteX23" fmla="*/ 111318 w 1432980"/>
              <a:gd name="connsiteY23" fmla="*/ 382648 h 804067"/>
              <a:gd name="connsiteX24" fmla="*/ 79513 w 1432980"/>
              <a:gd name="connsiteY24" fmla="*/ 366745 h 804067"/>
              <a:gd name="connsiteX25" fmla="*/ 31805 w 1432980"/>
              <a:gd name="connsiteY25" fmla="*/ 295184 h 804067"/>
              <a:gd name="connsiteX26" fmla="*/ 15902 w 1432980"/>
              <a:gd name="connsiteY26" fmla="*/ 223622 h 804067"/>
              <a:gd name="connsiteX27" fmla="*/ 0 w 1432980"/>
              <a:gd name="connsiteY27" fmla="*/ 144109 h 804067"/>
              <a:gd name="connsiteX28" fmla="*/ 7951 w 1432980"/>
              <a:gd name="connsiteY28" fmla="*/ 40742 h 804067"/>
              <a:gd name="connsiteX29" fmla="*/ 39756 w 1432980"/>
              <a:gd name="connsiteY29" fmla="*/ 32791 h 804067"/>
              <a:gd name="connsiteX30" fmla="*/ 151074 w 1432980"/>
              <a:gd name="connsiteY30" fmla="*/ 16888 h 804067"/>
              <a:gd name="connsiteX31" fmla="*/ 413467 w 1432980"/>
              <a:gd name="connsiteY31" fmla="*/ 8937 h 804067"/>
              <a:gd name="connsiteX32" fmla="*/ 659958 w 1432980"/>
              <a:gd name="connsiteY32" fmla="*/ 8937 h 804067"/>
              <a:gd name="connsiteX33" fmla="*/ 715617 w 1432980"/>
              <a:gd name="connsiteY33" fmla="*/ 24839 h 804067"/>
              <a:gd name="connsiteX34" fmla="*/ 834887 w 1432980"/>
              <a:gd name="connsiteY34" fmla="*/ 48693 h 804067"/>
              <a:gd name="connsiteX35" fmla="*/ 882594 w 1432980"/>
              <a:gd name="connsiteY35" fmla="*/ 56644 h 804067"/>
              <a:gd name="connsiteX36" fmla="*/ 938254 w 1432980"/>
              <a:gd name="connsiteY36" fmla="*/ 64596 h 804067"/>
              <a:gd name="connsiteX37" fmla="*/ 1057523 w 1432980"/>
              <a:gd name="connsiteY37" fmla="*/ 96401 h 804067"/>
              <a:gd name="connsiteX38" fmla="*/ 1152939 w 1432980"/>
              <a:gd name="connsiteY38" fmla="*/ 136157 h 804067"/>
              <a:gd name="connsiteX39" fmla="*/ 1248354 w 1432980"/>
              <a:gd name="connsiteY39" fmla="*/ 207719 h 804067"/>
              <a:gd name="connsiteX40" fmla="*/ 1280160 w 1432980"/>
              <a:gd name="connsiteY40" fmla="*/ 223622 h 804067"/>
              <a:gd name="connsiteX41" fmla="*/ 1343770 w 1432980"/>
              <a:gd name="connsiteY41" fmla="*/ 239524 h 804067"/>
              <a:gd name="connsiteX42" fmla="*/ 1391478 w 1432980"/>
              <a:gd name="connsiteY42" fmla="*/ 263378 h 804067"/>
              <a:gd name="connsiteX43" fmla="*/ 1431234 w 1432980"/>
              <a:gd name="connsiteY43" fmla="*/ 263378 h 80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32980" h="804067">
                <a:moveTo>
                  <a:pt x="1431234" y="263378"/>
                </a:moveTo>
                <a:cubicBezTo>
                  <a:pt x="1436535" y="292533"/>
                  <a:pt x="1428568" y="380177"/>
                  <a:pt x="1423283" y="438307"/>
                </a:cubicBezTo>
                <a:cubicBezTo>
                  <a:pt x="1418841" y="487164"/>
                  <a:pt x="1403208" y="551410"/>
                  <a:pt x="1383527" y="597333"/>
                </a:cubicBezTo>
                <a:cubicBezTo>
                  <a:pt x="1369520" y="630017"/>
                  <a:pt x="1360963" y="667605"/>
                  <a:pt x="1335819" y="692749"/>
                </a:cubicBezTo>
                <a:cubicBezTo>
                  <a:pt x="1313229" y="715339"/>
                  <a:pt x="1291707" y="739203"/>
                  <a:pt x="1264257" y="756359"/>
                </a:cubicBezTo>
                <a:cubicBezTo>
                  <a:pt x="1257149" y="760801"/>
                  <a:pt x="1247900" y="760563"/>
                  <a:pt x="1240403" y="764311"/>
                </a:cubicBezTo>
                <a:cubicBezTo>
                  <a:pt x="1226580" y="771222"/>
                  <a:pt x="1214716" y="781769"/>
                  <a:pt x="1200647" y="788164"/>
                </a:cubicBezTo>
                <a:cubicBezTo>
                  <a:pt x="1185387" y="795100"/>
                  <a:pt x="1152939" y="804067"/>
                  <a:pt x="1152939" y="804067"/>
                </a:cubicBezTo>
                <a:cubicBezTo>
                  <a:pt x="1131735" y="801417"/>
                  <a:pt x="1109600" y="802873"/>
                  <a:pt x="1089328" y="796116"/>
                </a:cubicBezTo>
                <a:cubicBezTo>
                  <a:pt x="1052441" y="783820"/>
                  <a:pt x="1060687" y="774343"/>
                  <a:pt x="1049572" y="748408"/>
                </a:cubicBezTo>
                <a:cubicBezTo>
                  <a:pt x="1040161" y="726450"/>
                  <a:pt x="1015993" y="683024"/>
                  <a:pt x="1001864" y="668895"/>
                </a:cubicBezTo>
                <a:cubicBezTo>
                  <a:pt x="993913" y="660944"/>
                  <a:pt x="986649" y="652240"/>
                  <a:pt x="978010" y="645041"/>
                </a:cubicBezTo>
                <a:cubicBezTo>
                  <a:pt x="956874" y="627427"/>
                  <a:pt x="947101" y="627379"/>
                  <a:pt x="922351" y="613236"/>
                </a:cubicBezTo>
                <a:cubicBezTo>
                  <a:pt x="879641" y="588830"/>
                  <a:pt x="918933" y="602442"/>
                  <a:pt x="866692" y="589382"/>
                </a:cubicBezTo>
                <a:cubicBezTo>
                  <a:pt x="822195" y="559717"/>
                  <a:pt x="861291" y="582281"/>
                  <a:pt x="787179" y="557577"/>
                </a:cubicBezTo>
                <a:cubicBezTo>
                  <a:pt x="773638" y="553063"/>
                  <a:pt x="760963" y="546188"/>
                  <a:pt x="747422" y="541674"/>
                </a:cubicBezTo>
                <a:cubicBezTo>
                  <a:pt x="696591" y="524730"/>
                  <a:pt x="693810" y="526112"/>
                  <a:pt x="644055" y="517820"/>
                </a:cubicBezTo>
                <a:cubicBezTo>
                  <a:pt x="624520" y="510006"/>
                  <a:pt x="575813" y="489619"/>
                  <a:pt x="556591" y="486015"/>
                </a:cubicBezTo>
                <a:cubicBezTo>
                  <a:pt x="530411" y="481106"/>
                  <a:pt x="503582" y="480714"/>
                  <a:pt x="477078" y="478064"/>
                </a:cubicBezTo>
                <a:cubicBezTo>
                  <a:pt x="429016" y="466047"/>
                  <a:pt x="455633" y="473566"/>
                  <a:pt x="397565" y="454210"/>
                </a:cubicBezTo>
                <a:cubicBezTo>
                  <a:pt x="381662" y="448909"/>
                  <a:pt x="366517" y="440158"/>
                  <a:pt x="349857" y="438307"/>
                </a:cubicBezTo>
                <a:lnTo>
                  <a:pt x="278295" y="430356"/>
                </a:lnTo>
                <a:cubicBezTo>
                  <a:pt x="213326" y="404367"/>
                  <a:pt x="256795" y="419278"/>
                  <a:pt x="166977" y="398551"/>
                </a:cubicBezTo>
                <a:cubicBezTo>
                  <a:pt x="152415" y="395191"/>
                  <a:pt x="126078" y="388974"/>
                  <a:pt x="111318" y="382648"/>
                </a:cubicBezTo>
                <a:cubicBezTo>
                  <a:pt x="100423" y="377979"/>
                  <a:pt x="89158" y="373635"/>
                  <a:pt x="79513" y="366745"/>
                </a:cubicBezTo>
                <a:cubicBezTo>
                  <a:pt x="51182" y="346508"/>
                  <a:pt x="47889" y="327352"/>
                  <a:pt x="31805" y="295184"/>
                </a:cubicBezTo>
                <a:cubicBezTo>
                  <a:pt x="26504" y="271330"/>
                  <a:pt x="20936" y="247534"/>
                  <a:pt x="15902" y="223622"/>
                </a:cubicBezTo>
                <a:cubicBezTo>
                  <a:pt x="10334" y="197173"/>
                  <a:pt x="0" y="144109"/>
                  <a:pt x="0" y="144109"/>
                </a:cubicBezTo>
                <a:cubicBezTo>
                  <a:pt x="2650" y="109653"/>
                  <a:pt x="-3672" y="73286"/>
                  <a:pt x="7951" y="40742"/>
                </a:cubicBezTo>
                <a:cubicBezTo>
                  <a:pt x="11626" y="30451"/>
                  <a:pt x="28977" y="34588"/>
                  <a:pt x="39756" y="32791"/>
                </a:cubicBezTo>
                <a:cubicBezTo>
                  <a:pt x="76729" y="26629"/>
                  <a:pt x="113667" y="19276"/>
                  <a:pt x="151074" y="16888"/>
                </a:cubicBezTo>
                <a:cubicBezTo>
                  <a:pt x="238401" y="11314"/>
                  <a:pt x="326003" y="11587"/>
                  <a:pt x="413467" y="8937"/>
                </a:cubicBezTo>
                <a:cubicBezTo>
                  <a:pt x="522577" y="-156"/>
                  <a:pt x="534778" y="-5507"/>
                  <a:pt x="659958" y="8937"/>
                </a:cubicBezTo>
                <a:cubicBezTo>
                  <a:pt x="679126" y="11149"/>
                  <a:pt x="696801" y="20563"/>
                  <a:pt x="715617" y="24839"/>
                </a:cubicBezTo>
                <a:cubicBezTo>
                  <a:pt x="755153" y="33824"/>
                  <a:pt x="795059" y="41107"/>
                  <a:pt x="834887" y="48693"/>
                </a:cubicBezTo>
                <a:cubicBezTo>
                  <a:pt x="850724" y="51710"/>
                  <a:pt x="866660" y="54193"/>
                  <a:pt x="882594" y="56644"/>
                </a:cubicBezTo>
                <a:cubicBezTo>
                  <a:pt x="901118" y="59494"/>
                  <a:pt x="919978" y="60442"/>
                  <a:pt x="938254" y="64596"/>
                </a:cubicBezTo>
                <a:cubicBezTo>
                  <a:pt x="978376" y="73715"/>
                  <a:pt x="1018489" y="83390"/>
                  <a:pt x="1057523" y="96401"/>
                </a:cubicBezTo>
                <a:cubicBezTo>
                  <a:pt x="1090880" y="107519"/>
                  <a:pt x="1121250" y="116791"/>
                  <a:pt x="1152939" y="136157"/>
                </a:cubicBezTo>
                <a:cubicBezTo>
                  <a:pt x="1192510" y="160339"/>
                  <a:pt x="1211857" y="186864"/>
                  <a:pt x="1248354" y="207719"/>
                </a:cubicBezTo>
                <a:cubicBezTo>
                  <a:pt x="1258646" y="213600"/>
                  <a:pt x="1268915" y="219874"/>
                  <a:pt x="1280160" y="223622"/>
                </a:cubicBezTo>
                <a:cubicBezTo>
                  <a:pt x="1326566" y="239091"/>
                  <a:pt x="1308068" y="223657"/>
                  <a:pt x="1343770" y="239524"/>
                </a:cubicBezTo>
                <a:cubicBezTo>
                  <a:pt x="1360017" y="246745"/>
                  <a:pt x="1374769" y="257302"/>
                  <a:pt x="1391478" y="263378"/>
                </a:cubicBezTo>
                <a:cubicBezTo>
                  <a:pt x="1446079" y="283234"/>
                  <a:pt x="1425933" y="234223"/>
                  <a:pt x="1431234" y="263378"/>
                </a:cubicBezTo>
                <a:close/>
              </a:path>
            </a:pathLst>
          </a:custGeom>
          <a:solidFill>
            <a:srgbClr val="499894">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Freeform: Shape 166">
            <a:extLst>
              <a:ext uri="{FF2B5EF4-FFF2-40B4-BE49-F238E27FC236}">
                <a16:creationId xmlns:a16="http://schemas.microsoft.com/office/drawing/2014/main" id="{175E5325-89C5-F5DA-FE0C-D62A5A44EF07}"/>
              </a:ext>
            </a:extLst>
          </p:cNvPr>
          <p:cNvSpPr/>
          <p:nvPr/>
        </p:nvSpPr>
        <p:spPr>
          <a:xfrm>
            <a:off x="4396431" y="4469312"/>
            <a:ext cx="1288979" cy="1160890"/>
          </a:xfrm>
          <a:custGeom>
            <a:avLst/>
            <a:gdLst>
              <a:gd name="connsiteX0" fmla="*/ 867 w 1288979"/>
              <a:gd name="connsiteY0" fmla="*/ 532737 h 1160890"/>
              <a:gd name="connsiteX1" fmla="*/ 24721 w 1288979"/>
              <a:gd name="connsiteY1" fmla="*/ 652007 h 1160890"/>
              <a:gd name="connsiteX2" fmla="*/ 32673 w 1288979"/>
              <a:gd name="connsiteY2" fmla="*/ 675861 h 1160890"/>
              <a:gd name="connsiteX3" fmla="*/ 40624 w 1288979"/>
              <a:gd name="connsiteY3" fmla="*/ 707666 h 1160890"/>
              <a:gd name="connsiteX4" fmla="*/ 96283 w 1288979"/>
              <a:gd name="connsiteY4" fmla="*/ 787179 h 1160890"/>
              <a:gd name="connsiteX5" fmla="*/ 104234 w 1288979"/>
              <a:gd name="connsiteY5" fmla="*/ 811033 h 1160890"/>
              <a:gd name="connsiteX6" fmla="*/ 207601 w 1288979"/>
              <a:gd name="connsiteY6" fmla="*/ 1001864 h 1160890"/>
              <a:gd name="connsiteX7" fmla="*/ 231455 w 1288979"/>
              <a:gd name="connsiteY7" fmla="*/ 1025718 h 1160890"/>
              <a:gd name="connsiteX8" fmla="*/ 247358 w 1288979"/>
              <a:gd name="connsiteY8" fmla="*/ 1049572 h 1160890"/>
              <a:gd name="connsiteX9" fmla="*/ 334822 w 1288979"/>
              <a:gd name="connsiteY9" fmla="*/ 1097280 h 1160890"/>
              <a:gd name="connsiteX10" fmla="*/ 374579 w 1288979"/>
              <a:gd name="connsiteY10" fmla="*/ 1105231 h 1160890"/>
              <a:gd name="connsiteX11" fmla="*/ 517702 w 1288979"/>
              <a:gd name="connsiteY11" fmla="*/ 1097280 h 1160890"/>
              <a:gd name="connsiteX12" fmla="*/ 613118 w 1288979"/>
              <a:gd name="connsiteY12" fmla="*/ 1073426 h 1160890"/>
              <a:gd name="connsiteX13" fmla="*/ 652874 w 1288979"/>
              <a:gd name="connsiteY13" fmla="*/ 1065474 h 1160890"/>
              <a:gd name="connsiteX14" fmla="*/ 676728 w 1288979"/>
              <a:gd name="connsiteY14" fmla="*/ 1049572 h 1160890"/>
              <a:gd name="connsiteX15" fmla="*/ 795998 w 1288979"/>
              <a:gd name="connsiteY15" fmla="*/ 1025718 h 1160890"/>
              <a:gd name="connsiteX16" fmla="*/ 883462 w 1288979"/>
              <a:gd name="connsiteY16" fmla="*/ 1041621 h 1160890"/>
              <a:gd name="connsiteX17" fmla="*/ 955024 w 1288979"/>
              <a:gd name="connsiteY17" fmla="*/ 1121134 h 1160890"/>
              <a:gd name="connsiteX18" fmla="*/ 978878 w 1288979"/>
              <a:gd name="connsiteY18" fmla="*/ 1144987 h 1160890"/>
              <a:gd name="connsiteX19" fmla="*/ 1042488 w 1288979"/>
              <a:gd name="connsiteY19" fmla="*/ 1160890 h 1160890"/>
              <a:gd name="connsiteX20" fmla="*/ 1161758 w 1288979"/>
              <a:gd name="connsiteY20" fmla="*/ 1129085 h 1160890"/>
              <a:gd name="connsiteX21" fmla="*/ 1177660 w 1288979"/>
              <a:gd name="connsiteY21" fmla="*/ 1057523 h 1160890"/>
              <a:gd name="connsiteX22" fmla="*/ 1233319 w 1288979"/>
              <a:gd name="connsiteY22" fmla="*/ 1049572 h 1160890"/>
              <a:gd name="connsiteX23" fmla="*/ 1257173 w 1288979"/>
              <a:gd name="connsiteY23" fmla="*/ 993913 h 1160890"/>
              <a:gd name="connsiteX24" fmla="*/ 1265125 w 1288979"/>
              <a:gd name="connsiteY24" fmla="*/ 970059 h 1160890"/>
              <a:gd name="connsiteX25" fmla="*/ 1288979 w 1288979"/>
              <a:gd name="connsiteY25" fmla="*/ 890546 h 1160890"/>
              <a:gd name="connsiteX26" fmla="*/ 1273076 w 1288979"/>
              <a:gd name="connsiteY26" fmla="*/ 572494 h 1160890"/>
              <a:gd name="connsiteX27" fmla="*/ 1241271 w 1288979"/>
              <a:gd name="connsiteY27" fmla="*/ 524786 h 1160890"/>
              <a:gd name="connsiteX28" fmla="*/ 1217417 w 1288979"/>
              <a:gd name="connsiteY28" fmla="*/ 492981 h 1160890"/>
              <a:gd name="connsiteX29" fmla="*/ 1177660 w 1288979"/>
              <a:gd name="connsiteY29" fmla="*/ 477078 h 1160890"/>
              <a:gd name="connsiteX30" fmla="*/ 1153806 w 1288979"/>
              <a:gd name="connsiteY30" fmla="*/ 461175 h 1160890"/>
              <a:gd name="connsiteX31" fmla="*/ 1114050 w 1288979"/>
              <a:gd name="connsiteY31" fmla="*/ 437321 h 1160890"/>
              <a:gd name="connsiteX32" fmla="*/ 1074293 w 1288979"/>
              <a:gd name="connsiteY32" fmla="*/ 421419 h 1160890"/>
              <a:gd name="connsiteX33" fmla="*/ 1010683 w 1288979"/>
              <a:gd name="connsiteY33" fmla="*/ 389614 h 1160890"/>
              <a:gd name="connsiteX34" fmla="*/ 962975 w 1288979"/>
              <a:gd name="connsiteY34" fmla="*/ 381662 h 1160890"/>
              <a:gd name="connsiteX35" fmla="*/ 883462 w 1288979"/>
              <a:gd name="connsiteY35" fmla="*/ 341906 h 1160890"/>
              <a:gd name="connsiteX36" fmla="*/ 851657 w 1288979"/>
              <a:gd name="connsiteY36" fmla="*/ 326003 h 1160890"/>
              <a:gd name="connsiteX37" fmla="*/ 827803 w 1288979"/>
              <a:gd name="connsiteY37" fmla="*/ 310101 h 1160890"/>
              <a:gd name="connsiteX38" fmla="*/ 795998 w 1288979"/>
              <a:gd name="connsiteY38" fmla="*/ 302149 h 1160890"/>
              <a:gd name="connsiteX39" fmla="*/ 732387 w 1288979"/>
              <a:gd name="connsiteY39" fmla="*/ 270344 h 1160890"/>
              <a:gd name="connsiteX40" fmla="*/ 684679 w 1288979"/>
              <a:gd name="connsiteY40" fmla="*/ 238539 h 1160890"/>
              <a:gd name="connsiteX41" fmla="*/ 636972 w 1288979"/>
              <a:gd name="connsiteY41" fmla="*/ 198782 h 1160890"/>
              <a:gd name="connsiteX42" fmla="*/ 605166 w 1288979"/>
              <a:gd name="connsiteY42" fmla="*/ 182880 h 1160890"/>
              <a:gd name="connsiteX43" fmla="*/ 557459 w 1288979"/>
              <a:gd name="connsiteY43" fmla="*/ 143123 h 1160890"/>
              <a:gd name="connsiteX44" fmla="*/ 525653 w 1288979"/>
              <a:gd name="connsiteY44" fmla="*/ 127221 h 1160890"/>
              <a:gd name="connsiteX45" fmla="*/ 485897 w 1288979"/>
              <a:gd name="connsiteY45" fmla="*/ 103367 h 1160890"/>
              <a:gd name="connsiteX46" fmla="*/ 454092 w 1288979"/>
              <a:gd name="connsiteY46" fmla="*/ 79513 h 1160890"/>
              <a:gd name="connsiteX47" fmla="*/ 414335 w 1288979"/>
              <a:gd name="connsiteY47" fmla="*/ 55659 h 1160890"/>
              <a:gd name="connsiteX48" fmla="*/ 390481 w 1288979"/>
              <a:gd name="connsiteY48" fmla="*/ 31805 h 1160890"/>
              <a:gd name="connsiteX49" fmla="*/ 342773 w 1288979"/>
              <a:gd name="connsiteY49" fmla="*/ 0 h 1160890"/>
              <a:gd name="connsiteX50" fmla="*/ 342773 w 1288979"/>
              <a:gd name="connsiteY50" fmla="*/ 79513 h 1160890"/>
              <a:gd name="connsiteX51" fmla="*/ 318919 w 1288979"/>
              <a:gd name="connsiteY51" fmla="*/ 286247 h 1160890"/>
              <a:gd name="connsiteX52" fmla="*/ 303017 w 1288979"/>
              <a:gd name="connsiteY52" fmla="*/ 310101 h 1160890"/>
              <a:gd name="connsiteX53" fmla="*/ 287114 w 1288979"/>
              <a:gd name="connsiteY53" fmla="*/ 365760 h 1160890"/>
              <a:gd name="connsiteX54" fmla="*/ 271212 w 1288979"/>
              <a:gd name="connsiteY54" fmla="*/ 397565 h 1160890"/>
              <a:gd name="connsiteX55" fmla="*/ 263260 w 1288979"/>
              <a:gd name="connsiteY55" fmla="*/ 445273 h 1160890"/>
              <a:gd name="connsiteX56" fmla="*/ 207601 w 1288979"/>
              <a:gd name="connsiteY56" fmla="*/ 492981 h 1160890"/>
              <a:gd name="connsiteX57" fmla="*/ 128088 w 1288979"/>
              <a:gd name="connsiteY57" fmla="*/ 524786 h 1160890"/>
              <a:gd name="connsiteX58" fmla="*/ 56526 w 1288979"/>
              <a:gd name="connsiteY58" fmla="*/ 548640 h 1160890"/>
              <a:gd name="connsiteX59" fmla="*/ 867 w 1288979"/>
              <a:gd name="connsiteY59" fmla="*/ 532737 h 116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288979" h="1160890">
                <a:moveTo>
                  <a:pt x="867" y="532737"/>
                </a:moveTo>
                <a:cubicBezTo>
                  <a:pt x="-4434" y="549965"/>
                  <a:pt x="15926" y="612429"/>
                  <a:pt x="24721" y="652007"/>
                </a:cubicBezTo>
                <a:cubicBezTo>
                  <a:pt x="26539" y="660189"/>
                  <a:pt x="30370" y="667802"/>
                  <a:pt x="32673" y="675861"/>
                </a:cubicBezTo>
                <a:cubicBezTo>
                  <a:pt x="35675" y="686368"/>
                  <a:pt x="35202" y="698178"/>
                  <a:pt x="40624" y="707666"/>
                </a:cubicBezTo>
                <a:cubicBezTo>
                  <a:pt x="56675" y="735756"/>
                  <a:pt x="96283" y="787179"/>
                  <a:pt x="96283" y="787179"/>
                </a:cubicBezTo>
                <a:cubicBezTo>
                  <a:pt x="98933" y="795130"/>
                  <a:pt x="100722" y="803423"/>
                  <a:pt x="104234" y="811033"/>
                </a:cubicBezTo>
                <a:cubicBezTo>
                  <a:pt x="119785" y="844727"/>
                  <a:pt x="191764" y="986027"/>
                  <a:pt x="207601" y="1001864"/>
                </a:cubicBezTo>
                <a:cubicBezTo>
                  <a:pt x="215552" y="1009815"/>
                  <a:pt x="224256" y="1017079"/>
                  <a:pt x="231455" y="1025718"/>
                </a:cubicBezTo>
                <a:cubicBezTo>
                  <a:pt x="237573" y="1033059"/>
                  <a:pt x="239896" y="1043602"/>
                  <a:pt x="247358" y="1049572"/>
                </a:cubicBezTo>
                <a:cubicBezTo>
                  <a:pt x="274064" y="1070937"/>
                  <a:pt x="302000" y="1089074"/>
                  <a:pt x="334822" y="1097280"/>
                </a:cubicBezTo>
                <a:cubicBezTo>
                  <a:pt x="347933" y="1100558"/>
                  <a:pt x="361327" y="1102581"/>
                  <a:pt x="374579" y="1105231"/>
                </a:cubicBezTo>
                <a:cubicBezTo>
                  <a:pt x="422287" y="1102581"/>
                  <a:pt x="470100" y="1101419"/>
                  <a:pt x="517702" y="1097280"/>
                </a:cubicBezTo>
                <a:cubicBezTo>
                  <a:pt x="546221" y="1094800"/>
                  <a:pt x="587522" y="1079825"/>
                  <a:pt x="613118" y="1073426"/>
                </a:cubicBezTo>
                <a:cubicBezTo>
                  <a:pt x="626229" y="1070148"/>
                  <a:pt x="639622" y="1068125"/>
                  <a:pt x="652874" y="1065474"/>
                </a:cubicBezTo>
                <a:cubicBezTo>
                  <a:pt x="660825" y="1060173"/>
                  <a:pt x="667662" y="1052594"/>
                  <a:pt x="676728" y="1049572"/>
                </a:cubicBezTo>
                <a:cubicBezTo>
                  <a:pt x="705834" y="1039870"/>
                  <a:pt x="762581" y="1031287"/>
                  <a:pt x="795998" y="1025718"/>
                </a:cubicBezTo>
                <a:cubicBezTo>
                  <a:pt x="825153" y="1031019"/>
                  <a:pt x="856650" y="1029004"/>
                  <a:pt x="883462" y="1041621"/>
                </a:cubicBezTo>
                <a:cubicBezTo>
                  <a:pt x="912309" y="1055196"/>
                  <a:pt x="934313" y="1096971"/>
                  <a:pt x="955024" y="1121134"/>
                </a:cubicBezTo>
                <a:cubicBezTo>
                  <a:pt x="962342" y="1129672"/>
                  <a:pt x="968641" y="1140334"/>
                  <a:pt x="978878" y="1144987"/>
                </a:cubicBezTo>
                <a:cubicBezTo>
                  <a:pt x="998775" y="1154031"/>
                  <a:pt x="1042488" y="1160890"/>
                  <a:pt x="1042488" y="1160890"/>
                </a:cubicBezTo>
                <a:cubicBezTo>
                  <a:pt x="1082245" y="1150288"/>
                  <a:pt x="1125896" y="1149257"/>
                  <a:pt x="1161758" y="1129085"/>
                </a:cubicBezTo>
                <a:cubicBezTo>
                  <a:pt x="1205051" y="1104733"/>
                  <a:pt x="1139587" y="1081318"/>
                  <a:pt x="1177660" y="1057523"/>
                </a:cubicBezTo>
                <a:cubicBezTo>
                  <a:pt x="1193553" y="1047590"/>
                  <a:pt x="1214766" y="1052222"/>
                  <a:pt x="1233319" y="1049572"/>
                </a:cubicBezTo>
                <a:cubicBezTo>
                  <a:pt x="1251968" y="993630"/>
                  <a:pt x="1227696" y="1062691"/>
                  <a:pt x="1257173" y="993913"/>
                </a:cubicBezTo>
                <a:cubicBezTo>
                  <a:pt x="1260475" y="986209"/>
                  <a:pt x="1262182" y="977907"/>
                  <a:pt x="1265125" y="970059"/>
                </a:cubicBezTo>
                <a:cubicBezTo>
                  <a:pt x="1287540" y="910286"/>
                  <a:pt x="1276813" y="951369"/>
                  <a:pt x="1288979" y="890546"/>
                </a:cubicBezTo>
                <a:cubicBezTo>
                  <a:pt x="1283678" y="784529"/>
                  <a:pt x="1286805" y="677752"/>
                  <a:pt x="1273076" y="572494"/>
                </a:cubicBezTo>
                <a:cubicBezTo>
                  <a:pt x="1270604" y="553542"/>
                  <a:pt x="1252739" y="540076"/>
                  <a:pt x="1241271" y="524786"/>
                </a:cubicBezTo>
                <a:cubicBezTo>
                  <a:pt x="1233320" y="514184"/>
                  <a:pt x="1228019" y="500932"/>
                  <a:pt x="1217417" y="492981"/>
                </a:cubicBezTo>
                <a:cubicBezTo>
                  <a:pt x="1205998" y="484417"/>
                  <a:pt x="1190426" y="483461"/>
                  <a:pt x="1177660" y="477078"/>
                </a:cubicBezTo>
                <a:cubicBezTo>
                  <a:pt x="1169113" y="472804"/>
                  <a:pt x="1161910" y="466240"/>
                  <a:pt x="1153806" y="461175"/>
                </a:cubicBezTo>
                <a:cubicBezTo>
                  <a:pt x="1140701" y="452984"/>
                  <a:pt x="1127873" y="444232"/>
                  <a:pt x="1114050" y="437321"/>
                </a:cubicBezTo>
                <a:cubicBezTo>
                  <a:pt x="1101284" y="430938"/>
                  <a:pt x="1087059" y="427802"/>
                  <a:pt x="1074293" y="421419"/>
                </a:cubicBezTo>
                <a:cubicBezTo>
                  <a:pt x="1030590" y="399568"/>
                  <a:pt x="1071221" y="406125"/>
                  <a:pt x="1010683" y="389614"/>
                </a:cubicBezTo>
                <a:cubicBezTo>
                  <a:pt x="995129" y="385372"/>
                  <a:pt x="978878" y="384313"/>
                  <a:pt x="962975" y="381662"/>
                </a:cubicBezTo>
                <a:cubicBezTo>
                  <a:pt x="908681" y="340941"/>
                  <a:pt x="955226" y="370611"/>
                  <a:pt x="883462" y="341906"/>
                </a:cubicBezTo>
                <a:cubicBezTo>
                  <a:pt x="872457" y="337504"/>
                  <a:pt x="861948" y="331884"/>
                  <a:pt x="851657" y="326003"/>
                </a:cubicBezTo>
                <a:cubicBezTo>
                  <a:pt x="843360" y="321262"/>
                  <a:pt x="836587" y="313865"/>
                  <a:pt x="827803" y="310101"/>
                </a:cubicBezTo>
                <a:cubicBezTo>
                  <a:pt x="817759" y="305796"/>
                  <a:pt x="806600" y="304800"/>
                  <a:pt x="795998" y="302149"/>
                </a:cubicBezTo>
                <a:cubicBezTo>
                  <a:pt x="742869" y="249020"/>
                  <a:pt x="806869" y="304199"/>
                  <a:pt x="732387" y="270344"/>
                </a:cubicBezTo>
                <a:cubicBezTo>
                  <a:pt x="714988" y="262435"/>
                  <a:pt x="699969" y="250007"/>
                  <a:pt x="684679" y="238539"/>
                </a:cubicBezTo>
                <a:cubicBezTo>
                  <a:pt x="668119" y="226119"/>
                  <a:pt x="653930" y="210653"/>
                  <a:pt x="636972" y="198782"/>
                </a:cubicBezTo>
                <a:cubicBezTo>
                  <a:pt x="627261" y="191985"/>
                  <a:pt x="614877" y="189677"/>
                  <a:pt x="605166" y="182880"/>
                </a:cubicBezTo>
                <a:cubicBezTo>
                  <a:pt x="588208" y="171009"/>
                  <a:pt x="574417" y="154994"/>
                  <a:pt x="557459" y="143123"/>
                </a:cubicBezTo>
                <a:cubicBezTo>
                  <a:pt x="547748" y="136326"/>
                  <a:pt x="536015" y="132977"/>
                  <a:pt x="525653" y="127221"/>
                </a:cubicBezTo>
                <a:cubicBezTo>
                  <a:pt x="512143" y="119716"/>
                  <a:pt x="498756" y="111940"/>
                  <a:pt x="485897" y="103367"/>
                </a:cubicBezTo>
                <a:cubicBezTo>
                  <a:pt x="474871" y="96016"/>
                  <a:pt x="465118" y="86864"/>
                  <a:pt x="454092" y="79513"/>
                </a:cubicBezTo>
                <a:cubicBezTo>
                  <a:pt x="441233" y="70940"/>
                  <a:pt x="426699" y="64932"/>
                  <a:pt x="414335" y="55659"/>
                </a:cubicBezTo>
                <a:cubicBezTo>
                  <a:pt x="405339" y="48912"/>
                  <a:pt x="399357" y="38709"/>
                  <a:pt x="390481" y="31805"/>
                </a:cubicBezTo>
                <a:cubicBezTo>
                  <a:pt x="375394" y="20071"/>
                  <a:pt x="342773" y="0"/>
                  <a:pt x="342773" y="0"/>
                </a:cubicBezTo>
                <a:cubicBezTo>
                  <a:pt x="324305" y="73875"/>
                  <a:pt x="342773" y="-17965"/>
                  <a:pt x="342773" y="79513"/>
                </a:cubicBezTo>
                <a:cubicBezTo>
                  <a:pt x="342773" y="86870"/>
                  <a:pt x="348830" y="241378"/>
                  <a:pt x="318919" y="286247"/>
                </a:cubicBezTo>
                <a:lnTo>
                  <a:pt x="303017" y="310101"/>
                </a:lnTo>
                <a:cubicBezTo>
                  <a:pt x="298980" y="326249"/>
                  <a:pt x="293961" y="349784"/>
                  <a:pt x="287114" y="365760"/>
                </a:cubicBezTo>
                <a:cubicBezTo>
                  <a:pt x="282445" y="376655"/>
                  <a:pt x="276513" y="386963"/>
                  <a:pt x="271212" y="397565"/>
                </a:cubicBezTo>
                <a:cubicBezTo>
                  <a:pt x="268561" y="413468"/>
                  <a:pt x="269808" y="430541"/>
                  <a:pt x="263260" y="445273"/>
                </a:cubicBezTo>
                <a:cubicBezTo>
                  <a:pt x="258353" y="456314"/>
                  <a:pt x="215029" y="488524"/>
                  <a:pt x="207601" y="492981"/>
                </a:cubicBezTo>
                <a:cubicBezTo>
                  <a:pt x="146742" y="529496"/>
                  <a:pt x="179217" y="507743"/>
                  <a:pt x="128088" y="524786"/>
                </a:cubicBezTo>
                <a:cubicBezTo>
                  <a:pt x="112927" y="529840"/>
                  <a:pt x="75578" y="548640"/>
                  <a:pt x="56526" y="548640"/>
                </a:cubicBezTo>
                <a:cubicBezTo>
                  <a:pt x="35158" y="548640"/>
                  <a:pt x="6168" y="515509"/>
                  <a:pt x="867" y="532737"/>
                </a:cubicBezTo>
                <a:close/>
              </a:path>
            </a:pathLst>
          </a:custGeom>
          <a:solidFill>
            <a:srgbClr val="A0CBE8">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Freeform: Shape 167">
            <a:extLst>
              <a:ext uri="{FF2B5EF4-FFF2-40B4-BE49-F238E27FC236}">
                <a16:creationId xmlns:a16="http://schemas.microsoft.com/office/drawing/2014/main" id="{4514C305-25BD-92A0-6751-4A829EBC3A61}"/>
              </a:ext>
            </a:extLst>
          </p:cNvPr>
          <p:cNvSpPr/>
          <p:nvPr/>
        </p:nvSpPr>
        <p:spPr>
          <a:xfrm>
            <a:off x="5626746" y="5190303"/>
            <a:ext cx="392293" cy="375086"/>
          </a:xfrm>
          <a:custGeom>
            <a:avLst/>
            <a:gdLst>
              <a:gd name="connsiteX0" fmla="*/ 384440 w 392293"/>
              <a:gd name="connsiteY0" fmla="*/ 17277 h 375086"/>
              <a:gd name="connsiteX1" fmla="*/ 368537 w 392293"/>
              <a:gd name="connsiteY1" fmla="*/ 216060 h 375086"/>
              <a:gd name="connsiteX2" fmla="*/ 360586 w 392293"/>
              <a:gd name="connsiteY2" fmla="*/ 247865 h 375086"/>
              <a:gd name="connsiteX3" fmla="*/ 352635 w 392293"/>
              <a:gd name="connsiteY3" fmla="*/ 271719 h 375086"/>
              <a:gd name="connsiteX4" fmla="*/ 289024 w 392293"/>
              <a:gd name="connsiteY4" fmla="*/ 303524 h 375086"/>
              <a:gd name="connsiteX5" fmla="*/ 257219 w 392293"/>
              <a:gd name="connsiteY5" fmla="*/ 335329 h 375086"/>
              <a:gd name="connsiteX6" fmla="*/ 233365 w 392293"/>
              <a:gd name="connsiteY6" fmla="*/ 351232 h 375086"/>
              <a:gd name="connsiteX7" fmla="*/ 201560 w 392293"/>
              <a:gd name="connsiteY7" fmla="*/ 375086 h 375086"/>
              <a:gd name="connsiteX8" fmla="*/ 114096 w 392293"/>
              <a:gd name="connsiteY8" fmla="*/ 367134 h 375086"/>
              <a:gd name="connsiteX9" fmla="*/ 82291 w 392293"/>
              <a:gd name="connsiteY9" fmla="*/ 351232 h 375086"/>
              <a:gd name="connsiteX10" fmla="*/ 34583 w 392293"/>
              <a:gd name="connsiteY10" fmla="*/ 343280 h 375086"/>
              <a:gd name="connsiteX11" fmla="*/ 2777 w 392293"/>
              <a:gd name="connsiteY11" fmla="*/ 303524 h 375086"/>
              <a:gd name="connsiteX12" fmla="*/ 10729 w 392293"/>
              <a:gd name="connsiteY12" fmla="*/ 152449 h 375086"/>
              <a:gd name="connsiteX13" fmla="*/ 42534 w 392293"/>
              <a:gd name="connsiteY13" fmla="*/ 88839 h 375086"/>
              <a:gd name="connsiteX14" fmla="*/ 58437 w 392293"/>
              <a:gd name="connsiteY14" fmla="*/ 64985 h 375086"/>
              <a:gd name="connsiteX15" fmla="*/ 177706 w 392293"/>
              <a:gd name="connsiteY15" fmla="*/ 1374 h 375086"/>
              <a:gd name="connsiteX16" fmla="*/ 384440 w 392293"/>
              <a:gd name="connsiteY16" fmla="*/ 9326 h 375086"/>
              <a:gd name="connsiteX17" fmla="*/ 384440 w 392293"/>
              <a:gd name="connsiteY17" fmla="*/ 17277 h 375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2293" h="375086">
                <a:moveTo>
                  <a:pt x="384440" y="17277"/>
                </a:moveTo>
                <a:cubicBezTo>
                  <a:pt x="381789" y="51733"/>
                  <a:pt x="387022" y="-5758"/>
                  <a:pt x="368537" y="216060"/>
                </a:cubicBezTo>
                <a:cubicBezTo>
                  <a:pt x="367629" y="226950"/>
                  <a:pt x="363588" y="237358"/>
                  <a:pt x="360586" y="247865"/>
                </a:cubicBezTo>
                <a:cubicBezTo>
                  <a:pt x="358284" y="255924"/>
                  <a:pt x="359251" y="266573"/>
                  <a:pt x="352635" y="271719"/>
                </a:cubicBezTo>
                <a:cubicBezTo>
                  <a:pt x="333922" y="286273"/>
                  <a:pt x="305787" y="286761"/>
                  <a:pt x="289024" y="303524"/>
                </a:cubicBezTo>
                <a:cubicBezTo>
                  <a:pt x="278422" y="314126"/>
                  <a:pt x="268603" y="325572"/>
                  <a:pt x="257219" y="335329"/>
                </a:cubicBezTo>
                <a:cubicBezTo>
                  <a:pt x="249963" y="341548"/>
                  <a:pt x="241141" y="345677"/>
                  <a:pt x="233365" y="351232"/>
                </a:cubicBezTo>
                <a:cubicBezTo>
                  <a:pt x="222581" y="358935"/>
                  <a:pt x="212162" y="367135"/>
                  <a:pt x="201560" y="375086"/>
                </a:cubicBezTo>
                <a:cubicBezTo>
                  <a:pt x="172405" y="372435"/>
                  <a:pt x="142802" y="372875"/>
                  <a:pt x="114096" y="367134"/>
                </a:cubicBezTo>
                <a:cubicBezTo>
                  <a:pt x="102473" y="364809"/>
                  <a:pt x="93644" y="354638"/>
                  <a:pt x="82291" y="351232"/>
                </a:cubicBezTo>
                <a:cubicBezTo>
                  <a:pt x="66849" y="346599"/>
                  <a:pt x="50486" y="345931"/>
                  <a:pt x="34583" y="343280"/>
                </a:cubicBezTo>
                <a:cubicBezTo>
                  <a:pt x="23981" y="330028"/>
                  <a:pt x="4882" y="320364"/>
                  <a:pt x="2777" y="303524"/>
                </a:cubicBezTo>
                <a:cubicBezTo>
                  <a:pt x="-3478" y="253485"/>
                  <a:pt x="1546" y="202034"/>
                  <a:pt x="10729" y="152449"/>
                </a:cubicBezTo>
                <a:cubicBezTo>
                  <a:pt x="15046" y="129139"/>
                  <a:pt x="31182" y="109650"/>
                  <a:pt x="42534" y="88839"/>
                </a:cubicBezTo>
                <a:cubicBezTo>
                  <a:pt x="47110" y="80450"/>
                  <a:pt x="51041" y="71036"/>
                  <a:pt x="58437" y="64985"/>
                </a:cubicBezTo>
                <a:cubicBezTo>
                  <a:pt x="117225" y="16886"/>
                  <a:pt x="118425" y="21135"/>
                  <a:pt x="177706" y="1374"/>
                </a:cubicBezTo>
                <a:cubicBezTo>
                  <a:pt x="246617" y="4025"/>
                  <a:pt x="317537" y="-7400"/>
                  <a:pt x="384440" y="9326"/>
                </a:cubicBezTo>
                <a:cubicBezTo>
                  <a:pt x="400702" y="13392"/>
                  <a:pt x="387091" y="-17179"/>
                  <a:pt x="384440" y="17277"/>
                </a:cubicBezTo>
                <a:close/>
              </a:path>
            </a:pathLst>
          </a:custGeom>
          <a:solidFill>
            <a:srgbClr val="8CD17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Freeform: Shape 168">
            <a:extLst>
              <a:ext uri="{FF2B5EF4-FFF2-40B4-BE49-F238E27FC236}">
                <a16:creationId xmlns:a16="http://schemas.microsoft.com/office/drawing/2014/main" id="{296DDAF1-AC02-F986-9B7A-61B9EB8AEA9C}"/>
              </a:ext>
            </a:extLst>
          </p:cNvPr>
          <p:cNvSpPr/>
          <p:nvPr/>
        </p:nvSpPr>
        <p:spPr>
          <a:xfrm>
            <a:off x="5993455" y="5169171"/>
            <a:ext cx="439080" cy="636105"/>
          </a:xfrm>
          <a:custGeom>
            <a:avLst/>
            <a:gdLst>
              <a:gd name="connsiteX0" fmla="*/ 39760 w 381666"/>
              <a:gd name="connsiteY0" fmla="*/ 7952 h 604300"/>
              <a:gd name="connsiteX1" fmla="*/ 111322 w 381666"/>
              <a:gd name="connsiteY1" fmla="*/ 23854 h 604300"/>
              <a:gd name="connsiteX2" fmla="*/ 174932 w 381666"/>
              <a:gd name="connsiteY2" fmla="*/ 55660 h 604300"/>
              <a:gd name="connsiteX3" fmla="*/ 246494 w 381666"/>
              <a:gd name="connsiteY3" fmla="*/ 103367 h 604300"/>
              <a:gd name="connsiteX4" fmla="*/ 270348 w 381666"/>
              <a:gd name="connsiteY4" fmla="*/ 119270 h 604300"/>
              <a:gd name="connsiteX5" fmla="*/ 286250 w 381666"/>
              <a:gd name="connsiteY5" fmla="*/ 143124 h 604300"/>
              <a:gd name="connsiteX6" fmla="*/ 294202 w 381666"/>
              <a:gd name="connsiteY6" fmla="*/ 166978 h 604300"/>
              <a:gd name="connsiteX7" fmla="*/ 310104 w 381666"/>
              <a:gd name="connsiteY7" fmla="*/ 206734 h 604300"/>
              <a:gd name="connsiteX8" fmla="*/ 349861 w 381666"/>
              <a:gd name="connsiteY8" fmla="*/ 270345 h 604300"/>
              <a:gd name="connsiteX9" fmla="*/ 365763 w 381666"/>
              <a:gd name="connsiteY9" fmla="*/ 357809 h 604300"/>
              <a:gd name="connsiteX10" fmla="*/ 381666 w 381666"/>
              <a:gd name="connsiteY10" fmla="*/ 405517 h 604300"/>
              <a:gd name="connsiteX11" fmla="*/ 349861 w 381666"/>
              <a:gd name="connsiteY11" fmla="*/ 556592 h 604300"/>
              <a:gd name="connsiteX12" fmla="*/ 341909 w 381666"/>
              <a:gd name="connsiteY12" fmla="*/ 580446 h 604300"/>
              <a:gd name="connsiteX13" fmla="*/ 318055 w 381666"/>
              <a:gd name="connsiteY13" fmla="*/ 588397 h 604300"/>
              <a:gd name="connsiteX14" fmla="*/ 286250 w 381666"/>
              <a:gd name="connsiteY14" fmla="*/ 604300 h 604300"/>
              <a:gd name="connsiteX15" fmla="*/ 230591 w 381666"/>
              <a:gd name="connsiteY15" fmla="*/ 596348 h 604300"/>
              <a:gd name="connsiteX16" fmla="*/ 198786 w 381666"/>
              <a:gd name="connsiteY16" fmla="*/ 572494 h 604300"/>
              <a:gd name="connsiteX17" fmla="*/ 151078 w 381666"/>
              <a:gd name="connsiteY17" fmla="*/ 508884 h 604300"/>
              <a:gd name="connsiteX18" fmla="*/ 119273 w 381666"/>
              <a:gd name="connsiteY18" fmla="*/ 461176 h 604300"/>
              <a:gd name="connsiteX19" fmla="*/ 103370 w 381666"/>
              <a:gd name="connsiteY19" fmla="*/ 437322 h 604300"/>
              <a:gd name="connsiteX20" fmla="*/ 47711 w 381666"/>
              <a:gd name="connsiteY20" fmla="*/ 365760 h 604300"/>
              <a:gd name="connsiteX21" fmla="*/ 23857 w 381666"/>
              <a:gd name="connsiteY21" fmla="*/ 310101 h 604300"/>
              <a:gd name="connsiteX22" fmla="*/ 7955 w 381666"/>
              <a:gd name="connsiteY22" fmla="*/ 262393 h 604300"/>
              <a:gd name="connsiteX23" fmla="*/ 3 w 381666"/>
              <a:gd name="connsiteY23" fmla="*/ 238540 h 604300"/>
              <a:gd name="connsiteX24" fmla="*/ 7955 w 381666"/>
              <a:gd name="connsiteY24" fmla="*/ 63611 h 604300"/>
              <a:gd name="connsiteX25" fmla="*/ 55662 w 381666"/>
              <a:gd name="connsiteY25" fmla="*/ 0 h 604300"/>
              <a:gd name="connsiteX26" fmla="*/ 39760 w 381666"/>
              <a:gd name="connsiteY26" fmla="*/ 7952 h 60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666" h="604300">
                <a:moveTo>
                  <a:pt x="39760" y="7952"/>
                </a:moveTo>
                <a:cubicBezTo>
                  <a:pt x="47501" y="9500"/>
                  <a:pt x="100959" y="19536"/>
                  <a:pt x="111322" y="23854"/>
                </a:cubicBezTo>
                <a:cubicBezTo>
                  <a:pt x="133205" y="32972"/>
                  <a:pt x="155207" y="42510"/>
                  <a:pt x="174932" y="55660"/>
                </a:cubicBezTo>
                <a:lnTo>
                  <a:pt x="246494" y="103367"/>
                </a:lnTo>
                <a:lnTo>
                  <a:pt x="270348" y="119270"/>
                </a:lnTo>
                <a:cubicBezTo>
                  <a:pt x="275649" y="127221"/>
                  <a:pt x="281976" y="134577"/>
                  <a:pt x="286250" y="143124"/>
                </a:cubicBezTo>
                <a:cubicBezTo>
                  <a:pt x="289998" y="150621"/>
                  <a:pt x="291259" y="159130"/>
                  <a:pt x="294202" y="166978"/>
                </a:cubicBezTo>
                <a:cubicBezTo>
                  <a:pt x="299214" y="180342"/>
                  <a:pt x="304307" y="193691"/>
                  <a:pt x="310104" y="206734"/>
                </a:cubicBezTo>
                <a:cubicBezTo>
                  <a:pt x="325980" y="242455"/>
                  <a:pt x="325551" y="237932"/>
                  <a:pt x="349861" y="270345"/>
                </a:cubicBezTo>
                <a:cubicBezTo>
                  <a:pt x="371623" y="335634"/>
                  <a:pt x="338788" y="231927"/>
                  <a:pt x="365763" y="357809"/>
                </a:cubicBezTo>
                <a:cubicBezTo>
                  <a:pt x="369275" y="374200"/>
                  <a:pt x="376365" y="389614"/>
                  <a:pt x="381666" y="405517"/>
                </a:cubicBezTo>
                <a:cubicBezTo>
                  <a:pt x="368319" y="605736"/>
                  <a:pt x="399123" y="470384"/>
                  <a:pt x="349861" y="556592"/>
                </a:cubicBezTo>
                <a:cubicBezTo>
                  <a:pt x="345703" y="563869"/>
                  <a:pt x="347836" y="574519"/>
                  <a:pt x="341909" y="580446"/>
                </a:cubicBezTo>
                <a:cubicBezTo>
                  <a:pt x="335982" y="586372"/>
                  <a:pt x="325759" y="585095"/>
                  <a:pt x="318055" y="588397"/>
                </a:cubicBezTo>
                <a:cubicBezTo>
                  <a:pt x="307160" y="593066"/>
                  <a:pt x="296852" y="598999"/>
                  <a:pt x="286250" y="604300"/>
                </a:cubicBezTo>
                <a:cubicBezTo>
                  <a:pt x="267697" y="601649"/>
                  <a:pt x="248204" y="602753"/>
                  <a:pt x="230591" y="596348"/>
                </a:cubicBezTo>
                <a:cubicBezTo>
                  <a:pt x="218137" y="591819"/>
                  <a:pt x="208848" y="581118"/>
                  <a:pt x="198786" y="572494"/>
                </a:cubicBezTo>
                <a:cubicBezTo>
                  <a:pt x="168086" y="546179"/>
                  <a:pt x="175108" y="546646"/>
                  <a:pt x="151078" y="508884"/>
                </a:cubicBezTo>
                <a:cubicBezTo>
                  <a:pt x="140817" y="492759"/>
                  <a:pt x="129875" y="477079"/>
                  <a:pt x="119273" y="461176"/>
                </a:cubicBezTo>
                <a:cubicBezTo>
                  <a:pt x="113972" y="453225"/>
                  <a:pt x="110127" y="444079"/>
                  <a:pt x="103370" y="437322"/>
                </a:cubicBezTo>
                <a:cubicBezTo>
                  <a:pt x="60637" y="394589"/>
                  <a:pt x="79279" y="418373"/>
                  <a:pt x="47711" y="365760"/>
                </a:cubicBezTo>
                <a:cubicBezTo>
                  <a:pt x="26678" y="281624"/>
                  <a:pt x="55235" y="380703"/>
                  <a:pt x="23857" y="310101"/>
                </a:cubicBezTo>
                <a:cubicBezTo>
                  <a:pt x="17049" y="294783"/>
                  <a:pt x="13256" y="278296"/>
                  <a:pt x="7955" y="262393"/>
                </a:cubicBezTo>
                <a:lnTo>
                  <a:pt x="3" y="238540"/>
                </a:lnTo>
                <a:cubicBezTo>
                  <a:pt x="2654" y="180230"/>
                  <a:pt x="-5308" y="120454"/>
                  <a:pt x="7955" y="63611"/>
                </a:cubicBezTo>
                <a:cubicBezTo>
                  <a:pt x="13978" y="37800"/>
                  <a:pt x="55662" y="26504"/>
                  <a:pt x="55662" y="0"/>
                </a:cubicBezTo>
                <a:lnTo>
                  <a:pt x="39760" y="7952"/>
                </a:lnTo>
                <a:close/>
              </a:path>
            </a:pathLst>
          </a:custGeom>
          <a:solidFill>
            <a:srgbClr val="9D766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3">
            <a:extLst>
              <a:ext uri="{FF2B5EF4-FFF2-40B4-BE49-F238E27FC236}">
                <a16:creationId xmlns:a16="http://schemas.microsoft.com/office/drawing/2014/main" id="{4B45AB14-44CB-A28D-B34F-CAD6BE25F4E2}"/>
              </a:ext>
            </a:extLst>
          </p:cNvPr>
          <p:cNvSpPr txBox="1">
            <a:spLocks/>
          </p:cNvSpPr>
          <p:nvPr/>
        </p:nvSpPr>
        <p:spPr>
          <a:xfrm>
            <a:off x="838200" y="14993"/>
            <a:ext cx="10515600" cy="45243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Intelligent Territory Alignment</a:t>
            </a:r>
          </a:p>
        </p:txBody>
      </p:sp>
      <p:sp>
        <p:nvSpPr>
          <p:cNvPr id="29" name="TextBox 28">
            <a:extLst>
              <a:ext uri="{FF2B5EF4-FFF2-40B4-BE49-F238E27FC236}">
                <a16:creationId xmlns:a16="http://schemas.microsoft.com/office/drawing/2014/main" id="{EA028616-85C4-7744-1E58-8737A6009C2B}"/>
              </a:ext>
            </a:extLst>
          </p:cNvPr>
          <p:cNvSpPr txBox="1"/>
          <p:nvPr/>
        </p:nvSpPr>
        <p:spPr>
          <a:xfrm>
            <a:off x="2160850" y="1648918"/>
            <a:ext cx="2036397" cy="646331"/>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Distributor rep clusters - expected</a:t>
            </a:r>
          </a:p>
        </p:txBody>
      </p:sp>
      <p:sp>
        <p:nvSpPr>
          <p:cNvPr id="69" name="TextBox 68">
            <a:extLst>
              <a:ext uri="{FF2B5EF4-FFF2-40B4-BE49-F238E27FC236}">
                <a16:creationId xmlns:a16="http://schemas.microsoft.com/office/drawing/2014/main" id="{B22E3DB8-3BD9-C2E9-D0CF-E02EDC18F77F}"/>
              </a:ext>
            </a:extLst>
          </p:cNvPr>
          <p:cNvSpPr txBox="1"/>
          <p:nvPr/>
        </p:nvSpPr>
        <p:spPr>
          <a:xfrm>
            <a:off x="2273641" y="5057677"/>
            <a:ext cx="2036397" cy="646331"/>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Product rep clusters - expected</a:t>
            </a:r>
          </a:p>
        </p:txBody>
      </p:sp>
    </p:spTree>
    <p:extLst>
      <p:ext uri="{BB962C8B-B14F-4D97-AF65-F5344CB8AC3E}">
        <p14:creationId xmlns:p14="http://schemas.microsoft.com/office/powerpoint/2010/main" val="1981416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CAF2DF-B58E-E036-A428-0F8574A9ABAD}"/>
              </a:ext>
            </a:extLst>
          </p:cNvPr>
          <p:cNvSpPr>
            <a:spLocks noGrp="1"/>
          </p:cNvSpPr>
          <p:nvPr>
            <p:ph type="body" sz="quarter" idx="13"/>
          </p:nvPr>
        </p:nvSpPr>
        <p:spPr/>
        <p:txBody>
          <a:bodyPr>
            <a:normAutofit fontScale="92500" lnSpcReduction="10000"/>
          </a:bodyPr>
          <a:lstStyle/>
          <a:p>
            <a:r>
              <a:rPr lang="en-US" dirty="0"/>
              <a:t>Intelligent Territory Alignment</a:t>
            </a:r>
          </a:p>
        </p:txBody>
      </p:sp>
      <p:sp>
        <p:nvSpPr>
          <p:cNvPr id="3" name="Text Placeholder 2">
            <a:extLst>
              <a:ext uri="{FF2B5EF4-FFF2-40B4-BE49-F238E27FC236}">
                <a16:creationId xmlns:a16="http://schemas.microsoft.com/office/drawing/2014/main" id="{5F6AB71F-FA42-764C-85DB-5EAD17075D68}"/>
              </a:ext>
            </a:extLst>
          </p:cNvPr>
          <p:cNvSpPr>
            <a:spLocks noGrp="1"/>
          </p:cNvSpPr>
          <p:nvPr>
            <p:ph type="body" sz="quarter" idx="15"/>
          </p:nvPr>
        </p:nvSpPr>
        <p:spPr/>
        <p:txBody>
          <a:bodyPr/>
          <a:lstStyle/>
          <a:p>
            <a:r>
              <a:rPr lang="en-US" dirty="0">
                <a:effectLst/>
                <a:latin typeface="Calibri Light" panose="020F0302020204030204" pitchFamily="34" charset="0"/>
              </a:rPr>
              <a:t>Appendix</a:t>
            </a:r>
            <a:endParaRPr lang="en-US" dirty="0"/>
          </a:p>
        </p:txBody>
      </p:sp>
    </p:spTree>
    <p:extLst>
      <p:ext uri="{BB962C8B-B14F-4D97-AF65-F5344CB8AC3E}">
        <p14:creationId xmlns:p14="http://schemas.microsoft.com/office/powerpoint/2010/main" val="36902676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BE1BE-B4A4-D8F1-F7DE-A98A06B75B6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9BCE05E-D2BC-AB5D-7DFB-98EFF37981A3}"/>
              </a:ext>
            </a:extLst>
          </p:cNvPr>
          <p:cNvSpPr/>
          <p:nvPr/>
        </p:nvSpPr>
        <p:spPr>
          <a:xfrm>
            <a:off x="0" y="5075903"/>
            <a:ext cx="6698226" cy="1032387"/>
          </a:xfrm>
          <a:prstGeom prst="rect">
            <a:avLst/>
          </a:prstGeom>
          <a:solidFill>
            <a:srgbClr val="EFF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Text Placeholder 3">
            <a:extLst>
              <a:ext uri="{FF2B5EF4-FFF2-40B4-BE49-F238E27FC236}">
                <a16:creationId xmlns:a16="http://schemas.microsoft.com/office/drawing/2014/main" id="{E6AC2078-8C7A-478A-88B5-1186AA70A91D}"/>
              </a:ext>
            </a:extLst>
          </p:cNvPr>
          <p:cNvSpPr txBox="1">
            <a:spLocks/>
          </p:cNvSpPr>
          <p:nvPr/>
        </p:nvSpPr>
        <p:spPr>
          <a:xfrm>
            <a:off x="626977" y="5535717"/>
            <a:ext cx="5960636" cy="480273"/>
          </a:xfrm>
          <a:prstGeom prst="rect">
            <a:avLst/>
          </a:prstGeom>
        </p:spPr>
        <p:txBody>
          <a:bodyPr anchor="t"/>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en-US" sz="1800" kern="1200" smtClean="0">
                <a:solidFill>
                  <a:schemeClr val="tx1"/>
                </a:solidFill>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500" b="1" dirty="0">
                <a:latin typeface="Calibri Light" panose="020F0302020204030204" pitchFamily="34" charset="0"/>
              </a:rPr>
              <a:t>A new input D2 is needed to bring in the Sales Rep location data for the model</a:t>
            </a:r>
          </a:p>
        </p:txBody>
      </p:sp>
      <p:sp>
        <p:nvSpPr>
          <p:cNvPr id="9" name="Text Placeholder 10">
            <a:extLst>
              <a:ext uri="{FF2B5EF4-FFF2-40B4-BE49-F238E27FC236}">
                <a16:creationId xmlns:a16="http://schemas.microsoft.com/office/drawing/2014/main" id="{BE90FD28-CC5E-20B9-B305-E4A2EA760C84}"/>
              </a:ext>
            </a:extLst>
          </p:cNvPr>
          <p:cNvSpPr txBox="1">
            <a:spLocks/>
          </p:cNvSpPr>
          <p:nvPr/>
        </p:nvSpPr>
        <p:spPr>
          <a:xfrm>
            <a:off x="626977" y="5271616"/>
            <a:ext cx="4238249" cy="352231"/>
          </a:xfrm>
          <a:prstGeom prst="rect">
            <a:avLst/>
          </a:prstGeom>
        </p:spPr>
        <p:txBody>
          <a:bodyPr anchor="t"/>
          <a:lstStyle>
            <a:lvl1pPr marL="0" indent="0" algn="l" defTabSz="914400" rtl="0" eaLnBrk="1" latinLnBrk="0" hangingPunct="1">
              <a:lnSpc>
                <a:spcPct val="85000"/>
              </a:lnSpc>
              <a:spcBef>
                <a:spcPts val="1000"/>
              </a:spcBef>
              <a:buFontTx/>
              <a:buNone/>
              <a:defRPr sz="2100" b="1" i="0" kern="1200">
                <a:solidFill>
                  <a:srgbClr val="E7212F"/>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2pPr>
            <a:lvl3pPr marL="9144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3pPr>
            <a:lvl4pPr marL="13716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4pPr>
            <a:lvl5pPr marL="18288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750" dirty="0"/>
              <a:t>Build</a:t>
            </a:r>
          </a:p>
        </p:txBody>
      </p:sp>
      <p:sp>
        <p:nvSpPr>
          <p:cNvPr id="25" name="Text Placeholder 24">
            <a:extLst>
              <a:ext uri="{FF2B5EF4-FFF2-40B4-BE49-F238E27FC236}">
                <a16:creationId xmlns:a16="http://schemas.microsoft.com/office/drawing/2014/main" id="{5C052058-2317-55EF-9D9D-F26AFF4A8F36}"/>
              </a:ext>
            </a:extLst>
          </p:cNvPr>
          <p:cNvSpPr>
            <a:spLocks noGrp="1"/>
          </p:cNvSpPr>
          <p:nvPr>
            <p:ph type="body" sz="quarter" idx="11"/>
          </p:nvPr>
        </p:nvSpPr>
        <p:spPr/>
        <p:txBody>
          <a:bodyPr>
            <a:normAutofit/>
          </a:bodyPr>
          <a:lstStyle/>
          <a:p>
            <a:r>
              <a:rPr lang="en-US" sz="3600" dirty="0"/>
              <a:t>Data Flow</a:t>
            </a:r>
          </a:p>
        </p:txBody>
      </p:sp>
      <p:sp>
        <p:nvSpPr>
          <p:cNvPr id="2" name="Rectangle 1">
            <a:extLst>
              <a:ext uri="{FF2B5EF4-FFF2-40B4-BE49-F238E27FC236}">
                <a16:creationId xmlns:a16="http://schemas.microsoft.com/office/drawing/2014/main" id="{7E2A9867-2B6C-126A-D7AA-8057C9189E60}"/>
              </a:ext>
            </a:extLst>
          </p:cNvPr>
          <p:cNvSpPr/>
          <p:nvPr/>
        </p:nvSpPr>
        <p:spPr>
          <a:xfrm>
            <a:off x="541359" y="2460145"/>
            <a:ext cx="1624778" cy="711917"/>
          </a:xfrm>
          <a:prstGeom prst="rect">
            <a:avLst/>
          </a:prstGeom>
          <a:solidFill>
            <a:srgbClr val="E41F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atin typeface="Calibri" panose="020F0502020204030204" pitchFamily="34" charset="0"/>
                <a:ea typeface="Calibri" panose="020F0502020204030204" pitchFamily="34" charset="0"/>
                <a:cs typeface="Calibri" panose="020F0502020204030204" pitchFamily="34" charset="0"/>
              </a:rPr>
              <a:t>Monthly Sales</a:t>
            </a:r>
          </a:p>
          <a:p>
            <a:pPr algn="ctr"/>
            <a:r>
              <a:rPr lang="en-US" sz="1100" dirty="0">
                <a:latin typeface="Calibri" panose="020F0502020204030204" pitchFamily="34" charset="0"/>
                <a:ea typeface="Calibri" panose="020F0502020204030204" pitchFamily="34" charset="0"/>
                <a:cs typeface="Calibri" panose="020F0502020204030204" pitchFamily="34" charset="0"/>
              </a:rPr>
              <a:t>INTEGRATED_SALES_SIG_MONTHLY_ATLAS_SNAPSHOT</a:t>
            </a:r>
          </a:p>
        </p:txBody>
      </p:sp>
      <p:sp>
        <p:nvSpPr>
          <p:cNvPr id="3" name="Rectangle 2">
            <a:extLst>
              <a:ext uri="{FF2B5EF4-FFF2-40B4-BE49-F238E27FC236}">
                <a16:creationId xmlns:a16="http://schemas.microsoft.com/office/drawing/2014/main" id="{E5C93610-A8E7-284C-BFF6-2773C3ED3AFE}"/>
              </a:ext>
            </a:extLst>
          </p:cNvPr>
          <p:cNvSpPr/>
          <p:nvPr/>
        </p:nvSpPr>
        <p:spPr>
          <a:xfrm>
            <a:off x="3015412" y="2882066"/>
            <a:ext cx="1094251" cy="604974"/>
          </a:xfrm>
          <a:prstGeom prst="rect">
            <a:avLst/>
          </a:prstGeom>
          <a:solidFill>
            <a:srgbClr val="E41F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ea typeface="Calibri" panose="020F0502020204030204" pitchFamily="34" charset="0"/>
                <a:cs typeface="Calibri" panose="020F0502020204030204" pitchFamily="34" charset="0"/>
              </a:rPr>
              <a:t>New D2 Input Table</a:t>
            </a:r>
          </a:p>
        </p:txBody>
      </p:sp>
      <p:sp>
        <p:nvSpPr>
          <p:cNvPr id="4" name="Rectangle 3">
            <a:extLst>
              <a:ext uri="{FF2B5EF4-FFF2-40B4-BE49-F238E27FC236}">
                <a16:creationId xmlns:a16="http://schemas.microsoft.com/office/drawing/2014/main" id="{92C11244-EF6B-CF24-6CB8-F14C6BF900BB}"/>
              </a:ext>
            </a:extLst>
          </p:cNvPr>
          <p:cNvSpPr/>
          <p:nvPr/>
        </p:nvSpPr>
        <p:spPr>
          <a:xfrm>
            <a:off x="4700660" y="2660384"/>
            <a:ext cx="2835766" cy="103238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latin typeface="Calibri" panose="020F0502020204030204" pitchFamily="34" charset="0"/>
                <a:ea typeface="Calibri" panose="020F0502020204030204" pitchFamily="34" charset="0"/>
                <a:cs typeface="Calibri" panose="020F0502020204030204" pitchFamily="34" charset="0"/>
              </a:rPr>
              <a:t>D2 EDDIE Model</a:t>
            </a:r>
          </a:p>
        </p:txBody>
      </p:sp>
      <p:sp>
        <p:nvSpPr>
          <p:cNvPr id="6" name="Rectangle 5">
            <a:extLst>
              <a:ext uri="{FF2B5EF4-FFF2-40B4-BE49-F238E27FC236}">
                <a16:creationId xmlns:a16="http://schemas.microsoft.com/office/drawing/2014/main" id="{2E7563A7-276D-FD67-5F5E-EEABB7448E2F}"/>
              </a:ext>
            </a:extLst>
          </p:cNvPr>
          <p:cNvSpPr/>
          <p:nvPr/>
        </p:nvSpPr>
        <p:spPr>
          <a:xfrm>
            <a:off x="8548953" y="2862973"/>
            <a:ext cx="1143002" cy="612990"/>
          </a:xfrm>
          <a:prstGeom prst="rect">
            <a:avLst/>
          </a:prstGeom>
          <a:solidFill>
            <a:srgbClr val="E41F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ea typeface="Calibri" panose="020F0502020204030204" pitchFamily="34" charset="0"/>
                <a:cs typeface="Calibri" panose="020F0502020204030204" pitchFamily="34" charset="0"/>
              </a:rPr>
              <a:t>New Output Table</a:t>
            </a:r>
          </a:p>
        </p:txBody>
      </p:sp>
      <p:sp>
        <p:nvSpPr>
          <p:cNvPr id="7" name="Rectangle 6">
            <a:extLst>
              <a:ext uri="{FF2B5EF4-FFF2-40B4-BE49-F238E27FC236}">
                <a16:creationId xmlns:a16="http://schemas.microsoft.com/office/drawing/2014/main" id="{C3B659AA-A667-23A1-E0D8-1CE0C3F660E4}"/>
              </a:ext>
            </a:extLst>
          </p:cNvPr>
          <p:cNvSpPr/>
          <p:nvPr/>
        </p:nvSpPr>
        <p:spPr>
          <a:xfrm>
            <a:off x="668803" y="3275706"/>
            <a:ext cx="1369887" cy="604974"/>
          </a:xfrm>
          <a:prstGeom prst="rect">
            <a:avLst/>
          </a:prstGeom>
          <a:solidFill>
            <a:srgbClr val="E41F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ea typeface="Calibri" panose="020F0502020204030204" pitchFamily="34" charset="0"/>
                <a:cs typeface="Calibri" panose="020F0502020204030204" pitchFamily="34" charset="0"/>
              </a:rPr>
              <a:t>Sales Rep File</a:t>
            </a:r>
          </a:p>
        </p:txBody>
      </p:sp>
      <p:cxnSp>
        <p:nvCxnSpPr>
          <p:cNvPr id="11" name="Connector: Elbow 10">
            <a:extLst>
              <a:ext uri="{FF2B5EF4-FFF2-40B4-BE49-F238E27FC236}">
                <a16:creationId xmlns:a16="http://schemas.microsoft.com/office/drawing/2014/main" id="{7815F71D-78E8-1B77-3B51-DC940140E0F6}"/>
              </a:ext>
            </a:extLst>
          </p:cNvPr>
          <p:cNvCxnSpPr>
            <a:cxnSpLocks/>
            <a:stCxn id="2" idx="3"/>
            <a:endCxn id="3" idx="1"/>
          </p:cNvCxnSpPr>
          <p:nvPr/>
        </p:nvCxnSpPr>
        <p:spPr>
          <a:xfrm>
            <a:off x="2166136" y="2816104"/>
            <a:ext cx="849276" cy="368449"/>
          </a:xfrm>
          <a:prstGeom prst="bentConnector3">
            <a:avLst>
              <a:gd name="adj1" fmla="val 4193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EF1822DF-01B2-622B-CC21-589E7377D0C1}"/>
              </a:ext>
            </a:extLst>
          </p:cNvPr>
          <p:cNvCxnSpPr>
            <a:cxnSpLocks/>
            <a:stCxn id="7" idx="3"/>
            <a:endCxn id="3" idx="1"/>
          </p:cNvCxnSpPr>
          <p:nvPr/>
        </p:nvCxnSpPr>
        <p:spPr>
          <a:xfrm flipV="1">
            <a:off x="2038690" y="3184553"/>
            <a:ext cx="976722" cy="39364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90F9A49-F60D-11FF-0D65-45FC8BDC6BFA}"/>
              </a:ext>
            </a:extLst>
          </p:cNvPr>
          <p:cNvCxnSpPr>
            <a:cxnSpLocks/>
            <a:stCxn id="3" idx="3"/>
            <a:endCxn id="4" idx="1"/>
          </p:cNvCxnSpPr>
          <p:nvPr/>
        </p:nvCxnSpPr>
        <p:spPr>
          <a:xfrm flipV="1">
            <a:off x="4109662" y="3176578"/>
            <a:ext cx="590997" cy="7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38C1EEE9-2BD8-073A-C19F-AA7E7883D5CC}"/>
              </a:ext>
            </a:extLst>
          </p:cNvPr>
          <p:cNvCxnSpPr>
            <a:cxnSpLocks/>
            <a:stCxn id="4" idx="3"/>
            <a:endCxn id="6" idx="1"/>
          </p:cNvCxnSpPr>
          <p:nvPr/>
        </p:nvCxnSpPr>
        <p:spPr>
          <a:xfrm flipV="1">
            <a:off x="7536425" y="3169468"/>
            <a:ext cx="1012528" cy="7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A08E4492-1D23-0174-9099-A9F6A58CCC6B}"/>
              </a:ext>
            </a:extLst>
          </p:cNvPr>
          <p:cNvSpPr/>
          <p:nvPr/>
        </p:nvSpPr>
        <p:spPr>
          <a:xfrm>
            <a:off x="10710673" y="2652435"/>
            <a:ext cx="954640" cy="1039253"/>
          </a:xfrm>
          <a:prstGeom prst="rect">
            <a:avLst/>
          </a:prstGeom>
          <a:solidFill>
            <a:srgbClr val="BADD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latin typeface="Calibri" panose="020F0502020204030204" pitchFamily="34" charset="0"/>
                <a:ea typeface="Calibri" panose="020F0502020204030204" pitchFamily="34" charset="0"/>
                <a:cs typeface="Calibri" panose="020F0502020204030204" pitchFamily="34" charset="0"/>
              </a:rPr>
              <a:t>Territory Explorer</a:t>
            </a:r>
          </a:p>
        </p:txBody>
      </p:sp>
      <p:sp>
        <p:nvSpPr>
          <p:cNvPr id="51" name="Rectangle 50">
            <a:extLst>
              <a:ext uri="{FF2B5EF4-FFF2-40B4-BE49-F238E27FC236}">
                <a16:creationId xmlns:a16="http://schemas.microsoft.com/office/drawing/2014/main" id="{EDA8DB5B-3FA4-0649-FCF7-28B0B4960075}"/>
              </a:ext>
            </a:extLst>
          </p:cNvPr>
          <p:cNvSpPr/>
          <p:nvPr/>
        </p:nvSpPr>
        <p:spPr bwMode="auto">
          <a:xfrm>
            <a:off x="11187575" y="5550244"/>
            <a:ext cx="223028" cy="2168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182">
              <a:defRPr/>
            </a:pPr>
            <a:endParaRPr lang="en-US" sz="1333" b="1" dirty="0">
              <a:latin typeface="Calibri" panose="020F0502020204030204" pitchFamily="34" charset="0"/>
            </a:endParaRPr>
          </a:p>
        </p:txBody>
      </p:sp>
      <p:sp>
        <p:nvSpPr>
          <p:cNvPr id="53" name="Rectangle 52">
            <a:extLst>
              <a:ext uri="{FF2B5EF4-FFF2-40B4-BE49-F238E27FC236}">
                <a16:creationId xmlns:a16="http://schemas.microsoft.com/office/drawing/2014/main" id="{38C686F2-2F59-81F7-B23D-DE3D6659A4F1}"/>
              </a:ext>
            </a:extLst>
          </p:cNvPr>
          <p:cNvSpPr/>
          <p:nvPr/>
        </p:nvSpPr>
        <p:spPr bwMode="auto">
          <a:xfrm>
            <a:off x="11187576" y="5865760"/>
            <a:ext cx="223028" cy="216845"/>
          </a:xfrm>
          <a:prstGeom prst="rect">
            <a:avLst/>
          </a:prstGeom>
          <a:solidFill>
            <a:srgbClr val="BADD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182">
              <a:defRPr/>
            </a:pPr>
            <a:endParaRPr lang="en-US" sz="1333" b="1" dirty="0">
              <a:solidFill>
                <a:srgbClr val="BADDE6"/>
              </a:solidFill>
              <a:latin typeface="Calibri" panose="020F0502020204030204" pitchFamily="34" charset="0"/>
            </a:endParaRPr>
          </a:p>
        </p:txBody>
      </p:sp>
      <p:sp>
        <p:nvSpPr>
          <p:cNvPr id="54" name="Rectangle 53">
            <a:extLst>
              <a:ext uri="{FF2B5EF4-FFF2-40B4-BE49-F238E27FC236}">
                <a16:creationId xmlns:a16="http://schemas.microsoft.com/office/drawing/2014/main" id="{538A1790-3C0E-A266-DF70-8CECADD9DEFF}"/>
              </a:ext>
            </a:extLst>
          </p:cNvPr>
          <p:cNvSpPr/>
          <p:nvPr/>
        </p:nvSpPr>
        <p:spPr bwMode="auto">
          <a:xfrm>
            <a:off x="11187994" y="5234728"/>
            <a:ext cx="223028" cy="216845"/>
          </a:xfrm>
          <a:prstGeom prst="rect">
            <a:avLst/>
          </a:prstGeom>
          <a:solidFill>
            <a:srgbClr val="E41F3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182">
              <a:defRPr/>
            </a:pPr>
            <a:endParaRPr lang="en-US" sz="1333" b="1" dirty="0">
              <a:latin typeface="Calibri" panose="020F0502020204030204" pitchFamily="34" charset="0"/>
            </a:endParaRPr>
          </a:p>
        </p:txBody>
      </p:sp>
      <p:sp>
        <p:nvSpPr>
          <p:cNvPr id="55" name="TextBox 54">
            <a:extLst>
              <a:ext uri="{FF2B5EF4-FFF2-40B4-BE49-F238E27FC236}">
                <a16:creationId xmlns:a16="http://schemas.microsoft.com/office/drawing/2014/main" id="{8BCF4252-A488-17FE-E1A7-BBB0CB8345A9}"/>
              </a:ext>
            </a:extLst>
          </p:cNvPr>
          <p:cNvSpPr txBox="1"/>
          <p:nvPr/>
        </p:nvSpPr>
        <p:spPr>
          <a:xfrm>
            <a:off x="11411022" y="5233706"/>
            <a:ext cx="633154" cy="261610"/>
          </a:xfrm>
          <a:prstGeom prst="rect">
            <a:avLst/>
          </a:prstGeom>
          <a:noFill/>
        </p:spPr>
        <p:txBody>
          <a:bodyPr wrap="square">
            <a:spAutoFit/>
          </a:bodyPr>
          <a:lstStyle/>
          <a:p>
            <a:r>
              <a:rPr lang="en-US" sz="1100" dirty="0" err="1">
                <a:latin typeface="Calibri" panose="020F0502020204030204" pitchFamily="34" charset="0"/>
                <a:ea typeface="Calibri" panose="020F0502020204030204" pitchFamily="34" charset="0"/>
                <a:cs typeface="Calibri" panose="020F0502020204030204" pitchFamily="34" charset="0"/>
              </a:rPr>
              <a:t>EDnA</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4B7D1CB3-7019-CE91-CBA4-A233DFAACE91}"/>
              </a:ext>
            </a:extLst>
          </p:cNvPr>
          <p:cNvSpPr txBox="1"/>
          <p:nvPr/>
        </p:nvSpPr>
        <p:spPr>
          <a:xfrm>
            <a:off x="11408756" y="5524732"/>
            <a:ext cx="633154" cy="261610"/>
          </a:xfrm>
          <a:prstGeom prst="rect">
            <a:avLst/>
          </a:prstGeom>
          <a:noFill/>
        </p:spPr>
        <p:txBody>
          <a:bodyPr wrap="square">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EDDIE</a:t>
            </a:r>
          </a:p>
        </p:txBody>
      </p:sp>
      <p:sp>
        <p:nvSpPr>
          <p:cNvPr id="57" name="TextBox 56">
            <a:extLst>
              <a:ext uri="{FF2B5EF4-FFF2-40B4-BE49-F238E27FC236}">
                <a16:creationId xmlns:a16="http://schemas.microsoft.com/office/drawing/2014/main" id="{3F9FEFC6-01A8-A10B-F137-8B7B11536D0C}"/>
              </a:ext>
            </a:extLst>
          </p:cNvPr>
          <p:cNvSpPr txBox="1"/>
          <p:nvPr/>
        </p:nvSpPr>
        <p:spPr>
          <a:xfrm>
            <a:off x="11411022" y="5837946"/>
            <a:ext cx="633154" cy="261610"/>
          </a:xfrm>
          <a:prstGeom prst="rect">
            <a:avLst/>
          </a:prstGeom>
          <a:noFill/>
        </p:spPr>
        <p:txBody>
          <a:bodyPr wrap="square">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Tableau</a:t>
            </a:r>
          </a:p>
        </p:txBody>
      </p:sp>
      <p:sp>
        <p:nvSpPr>
          <p:cNvPr id="58" name="Text Placeholder 22">
            <a:extLst>
              <a:ext uri="{FF2B5EF4-FFF2-40B4-BE49-F238E27FC236}">
                <a16:creationId xmlns:a16="http://schemas.microsoft.com/office/drawing/2014/main" id="{E81D1402-D8DA-8811-0B77-5B6F258DB527}"/>
              </a:ext>
            </a:extLst>
          </p:cNvPr>
          <p:cNvSpPr txBox="1">
            <a:spLocks/>
          </p:cNvSpPr>
          <p:nvPr/>
        </p:nvSpPr>
        <p:spPr>
          <a:xfrm>
            <a:off x="626977" y="364756"/>
            <a:ext cx="10694165" cy="352231"/>
          </a:xfrm>
          <a:prstGeom prst="rect">
            <a:avLst/>
          </a:prstGeom>
        </p:spPr>
        <p:txBody>
          <a:bodyPr anchor="t"/>
          <a:lstStyle>
            <a:lvl1pPr marL="0" indent="0" algn="l" defTabSz="914400" rtl="0" eaLnBrk="1" latinLnBrk="0" hangingPunct="1">
              <a:lnSpc>
                <a:spcPct val="85000"/>
              </a:lnSpc>
              <a:spcBef>
                <a:spcPts val="1000"/>
              </a:spcBef>
              <a:buFontTx/>
              <a:buNone/>
              <a:defRPr sz="2100" b="1" i="0" kern="1200">
                <a:solidFill>
                  <a:srgbClr val="E41F35"/>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2pPr>
            <a:lvl3pPr marL="9144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3pPr>
            <a:lvl4pPr marL="13716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4pPr>
            <a:lvl5pPr marL="1828800" indent="0" algn="l" defTabSz="914400" rtl="0" eaLnBrk="1" latinLnBrk="0" hangingPunct="1">
              <a:lnSpc>
                <a:spcPct val="90000"/>
              </a:lnSpc>
              <a:spcBef>
                <a:spcPts val="500"/>
              </a:spcBef>
              <a:buFontTx/>
              <a:buNone/>
              <a:defRPr sz="72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600" dirty="0"/>
              <a:t>Intelligent Territory Alignment</a:t>
            </a:r>
          </a:p>
        </p:txBody>
      </p:sp>
      <p:sp>
        <p:nvSpPr>
          <p:cNvPr id="61" name="Rectangle 60">
            <a:extLst>
              <a:ext uri="{FF2B5EF4-FFF2-40B4-BE49-F238E27FC236}">
                <a16:creationId xmlns:a16="http://schemas.microsoft.com/office/drawing/2014/main" id="{B6528306-6971-3266-3F88-B1864A1F9241}"/>
              </a:ext>
            </a:extLst>
          </p:cNvPr>
          <p:cNvSpPr/>
          <p:nvPr/>
        </p:nvSpPr>
        <p:spPr>
          <a:xfrm>
            <a:off x="11073030" y="5123954"/>
            <a:ext cx="954640" cy="1032387"/>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500" dirty="0"/>
          </a:p>
        </p:txBody>
      </p:sp>
      <p:sp>
        <p:nvSpPr>
          <p:cNvPr id="62" name="TextBox 61">
            <a:extLst>
              <a:ext uri="{FF2B5EF4-FFF2-40B4-BE49-F238E27FC236}">
                <a16:creationId xmlns:a16="http://schemas.microsoft.com/office/drawing/2014/main" id="{11B89828-5162-3614-4743-7AA5F4FAA06E}"/>
              </a:ext>
            </a:extLst>
          </p:cNvPr>
          <p:cNvSpPr txBox="1"/>
          <p:nvPr/>
        </p:nvSpPr>
        <p:spPr>
          <a:xfrm>
            <a:off x="8082339" y="3564530"/>
            <a:ext cx="1956412" cy="451534"/>
          </a:xfrm>
          <a:prstGeom prst="rect">
            <a:avLst/>
          </a:prstGeom>
          <a:noFill/>
        </p:spPr>
        <p:txBody>
          <a:bodyPr wrap="square" rtlCol="0">
            <a:spAutoFit/>
          </a:bodyPr>
          <a:lstStyle/>
          <a:p>
            <a:pPr algn="ctr"/>
            <a:r>
              <a:rPr lang="en-US" sz="1167" dirty="0">
                <a:latin typeface="Calibri" panose="020F0502020204030204" pitchFamily="34" charset="0"/>
                <a:ea typeface="Calibri" panose="020F0502020204030204" pitchFamily="34" charset="0"/>
                <a:cs typeface="Calibri" panose="020F0502020204030204" pitchFamily="34" charset="0"/>
              </a:rPr>
              <a:t>INTELLIGENT_TERRITORY_ALIGNMENT</a:t>
            </a:r>
          </a:p>
        </p:txBody>
      </p:sp>
      <p:sp>
        <p:nvSpPr>
          <p:cNvPr id="63" name="TextBox 62">
            <a:extLst>
              <a:ext uri="{FF2B5EF4-FFF2-40B4-BE49-F238E27FC236}">
                <a16:creationId xmlns:a16="http://schemas.microsoft.com/office/drawing/2014/main" id="{78612ADE-B601-AAE8-CE9C-1D7EF8B8AB99}"/>
              </a:ext>
            </a:extLst>
          </p:cNvPr>
          <p:cNvSpPr txBox="1"/>
          <p:nvPr/>
        </p:nvSpPr>
        <p:spPr>
          <a:xfrm>
            <a:off x="3015412" y="3563289"/>
            <a:ext cx="1094251" cy="271934"/>
          </a:xfrm>
          <a:prstGeom prst="rect">
            <a:avLst/>
          </a:prstGeom>
          <a:noFill/>
        </p:spPr>
        <p:txBody>
          <a:bodyPr wrap="square" rtlCol="0">
            <a:spAutoFit/>
          </a:bodyPr>
          <a:lstStyle/>
          <a:p>
            <a:pPr algn="ctr"/>
            <a:r>
              <a:rPr lang="en-US" sz="1167" dirty="0">
                <a:latin typeface="Calibri" panose="020F0502020204030204" pitchFamily="34" charset="0"/>
                <a:ea typeface="Calibri" panose="020F0502020204030204" pitchFamily="34" charset="0"/>
                <a:cs typeface="Calibri" panose="020F0502020204030204" pitchFamily="34" charset="0"/>
              </a:rPr>
              <a:t>TBD</a:t>
            </a:r>
          </a:p>
        </p:txBody>
      </p:sp>
      <p:sp>
        <p:nvSpPr>
          <p:cNvPr id="10" name="TextBox 9">
            <a:extLst>
              <a:ext uri="{FF2B5EF4-FFF2-40B4-BE49-F238E27FC236}">
                <a16:creationId xmlns:a16="http://schemas.microsoft.com/office/drawing/2014/main" id="{686425C0-C484-322A-5F7B-328B676C658E}"/>
              </a:ext>
            </a:extLst>
          </p:cNvPr>
          <p:cNvSpPr txBox="1"/>
          <p:nvPr/>
        </p:nvSpPr>
        <p:spPr>
          <a:xfrm>
            <a:off x="668803" y="3943353"/>
            <a:ext cx="1369887" cy="451534"/>
          </a:xfrm>
          <a:prstGeom prst="rect">
            <a:avLst/>
          </a:prstGeom>
          <a:noFill/>
        </p:spPr>
        <p:txBody>
          <a:bodyPr wrap="square">
            <a:spAutoFit/>
          </a:bodyPr>
          <a:lstStyle/>
          <a:p>
            <a:pPr algn="ctr"/>
            <a:r>
              <a:rPr lang="en-US" sz="1167" dirty="0"/>
              <a:t>Provided by *Kate Shrager</a:t>
            </a:r>
          </a:p>
        </p:txBody>
      </p:sp>
      <p:cxnSp>
        <p:nvCxnSpPr>
          <p:cNvPr id="17" name="Straight Arrow Connector 16">
            <a:extLst>
              <a:ext uri="{FF2B5EF4-FFF2-40B4-BE49-F238E27FC236}">
                <a16:creationId xmlns:a16="http://schemas.microsoft.com/office/drawing/2014/main" id="{3ED5723C-5419-8EA4-F65F-7E741A740347}"/>
              </a:ext>
            </a:extLst>
          </p:cNvPr>
          <p:cNvCxnSpPr>
            <a:cxnSpLocks/>
            <a:endCxn id="49" idx="1"/>
          </p:cNvCxnSpPr>
          <p:nvPr/>
        </p:nvCxnSpPr>
        <p:spPr>
          <a:xfrm>
            <a:off x="9691955" y="3161060"/>
            <a:ext cx="1018718" cy="11002"/>
          </a:xfrm>
          <a:prstGeom prst="straightConnector1">
            <a:avLst/>
          </a:prstGeom>
          <a:ln>
            <a:solidFill>
              <a:srgbClr val="BADDE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211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1445</TotalTime>
  <Words>1136</Words>
  <Application>Microsoft Office PowerPoint</Application>
  <PresentationFormat>Widescreen</PresentationFormat>
  <Paragraphs>134</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Courier New</vt:lpstr>
      <vt:lpstr>Wingdings</vt:lpstr>
      <vt:lpstr>Office Theme</vt:lpstr>
      <vt:lpstr>PowerPoint Presentation</vt:lpstr>
      <vt:lpstr>Intelligent Territory Alignment</vt:lpstr>
      <vt:lpstr>Intelligent Territory Alignment</vt:lpstr>
      <vt:lpstr>Intelligent Territory Alignment</vt:lpstr>
      <vt:lpstr>Intelligent Territory Alignment</vt:lpstr>
      <vt:lpstr>Intelligent Territory Alignment</vt:lpstr>
      <vt:lpstr>PowerPoint Presentation</vt:lpstr>
      <vt:lpstr>Intelligent Territory Alignment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Praven</dc:creator>
  <cp:lastModifiedBy>Kumar, Praven</cp:lastModifiedBy>
  <cp:revision>1</cp:revision>
  <dcterms:created xsi:type="dcterms:W3CDTF">2025-05-08T08:14:27Z</dcterms:created>
  <dcterms:modified xsi:type="dcterms:W3CDTF">2026-03-16T14:39:02Z</dcterms:modified>
</cp:coreProperties>
</file>